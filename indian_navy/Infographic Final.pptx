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D1E6"/>
    <a:srgbClr val="8DA0CB"/>
    <a:srgbClr val="E78AC3"/>
    <a:srgbClr val="F1BDDD"/>
    <a:srgbClr val="F0B6DA"/>
    <a:srgbClr val="AFDFD0"/>
    <a:srgbClr val="66C2A5"/>
    <a:srgbClr val="FDC1A9"/>
    <a:srgbClr val="FC8D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B384B1-B6DB-47AC-B137-B74CE2AF84D6}" v="246" dt="2024-04-17T21:43:11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>
        <p:scale>
          <a:sx n="100" d="100"/>
          <a:sy n="100" d="100"/>
        </p:scale>
        <p:origin x="1221" y="-24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iah Gottfried" userId="b741c102-2e63-4904-8956-93354ee26f16" providerId="ADAL" clId="{B4B384B1-B6DB-47AC-B137-B74CE2AF84D6}"/>
    <pc:docChg chg="undo redo custSel modSld">
      <pc:chgData name="Josiah Gottfried" userId="b741c102-2e63-4904-8956-93354ee26f16" providerId="ADAL" clId="{B4B384B1-B6DB-47AC-B137-B74CE2AF84D6}" dt="2024-05-01T16:44:38.533" v="2279" actId="167"/>
      <pc:docMkLst>
        <pc:docMk/>
      </pc:docMkLst>
      <pc:sldChg chg="addSp delSp modSp mod">
        <pc:chgData name="Josiah Gottfried" userId="b741c102-2e63-4904-8956-93354ee26f16" providerId="ADAL" clId="{B4B384B1-B6DB-47AC-B137-B74CE2AF84D6}" dt="2024-05-01T16:44:38.533" v="2279" actId="167"/>
        <pc:sldMkLst>
          <pc:docMk/>
          <pc:sldMk cId="3792333007" sldId="256"/>
        </pc:sldMkLst>
        <pc:spChg chg="mod">
          <ac:chgData name="Josiah Gottfried" userId="b741c102-2e63-4904-8956-93354ee26f16" providerId="ADAL" clId="{B4B384B1-B6DB-47AC-B137-B74CE2AF84D6}" dt="2024-04-17T21:41:23.748" v="2259" actId="1036"/>
          <ac:spMkLst>
            <pc:docMk/>
            <pc:sldMk cId="3792333007" sldId="256"/>
            <ac:spMk id="5" creationId="{A688A2E8-6F51-169F-1479-472340E96F53}"/>
          </ac:spMkLst>
        </pc:spChg>
        <pc:spChg chg="del">
          <ac:chgData name="Josiah Gottfried" userId="b741c102-2e63-4904-8956-93354ee26f16" providerId="ADAL" clId="{B4B384B1-B6DB-47AC-B137-B74CE2AF84D6}" dt="2024-04-17T21:04:23.495" v="1731" actId="478"/>
          <ac:spMkLst>
            <pc:docMk/>
            <pc:sldMk cId="3792333007" sldId="256"/>
            <ac:spMk id="6" creationId="{836374DD-F905-85C8-3D77-944616BCE6DD}"/>
          </ac:spMkLst>
        </pc:spChg>
        <pc:spChg chg="del">
          <ac:chgData name="Josiah Gottfried" userId="b741c102-2e63-4904-8956-93354ee26f16" providerId="ADAL" clId="{B4B384B1-B6DB-47AC-B137-B74CE2AF84D6}" dt="2024-04-17T21:04:26.380" v="1732" actId="478"/>
          <ac:spMkLst>
            <pc:docMk/>
            <pc:sldMk cId="3792333007" sldId="256"/>
            <ac:spMk id="7" creationId="{F64BC7CA-1B6F-D04F-2502-D3D5F904B1BF}"/>
          </ac:spMkLst>
        </pc:spChg>
        <pc:spChg chg="mod">
          <ac:chgData name="Josiah Gottfried" userId="b741c102-2e63-4904-8956-93354ee26f16" providerId="ADAL" clId="{B4B384B1-B6DB-47AC-B137-B74CE2AF84D6}" dt="2024-04-17T21:36:05.945" v="2247" actId="1036"/>
          <ac:spMkLst>
            <pc:docMk/>
            <pc:sldMk cId="3792333007" sldId="256"/>
            <ac:spMk id="8" creationId="{D713AC43-B0E4-87E8-7BF5-9D46CBA59E4B}"/>
          </ac:spMkLst>
        </pc:spChg>
        <pc:spChg chg="mod">
          <ac:chgData name="Josiah Gottfried" userId="b741c102-2e63-4904-8956-93354ee26f16" providerId="ADAL" clId="{B4B384B1-B6DB-47AC-B137-B74CE2AF84D6}" dt="2024-04-17T21:36:20.323" v="2254" actId="1036"/>
          <ac:spMkLst>
            <pc:docMk/>
            <pc:sldMk cId="3792333007" sldId="256"/>
            <ac:spMk id="9" creationId="{1821C983-5E00-365B-45AF-00E12D508BE9}"/>
          </ac:spMkLst>
        </pc:spChg>
        <pc:spChg chg="mod">
          <ac:chgData name="Josiah Gottfried" userId="b741c102-2e63-4904-8956-93354ee26f16" providerId="ADAL" clId="{B4B384B1-B6DB-47AC-B137-B74CE2AF84D6}" dt="2024-04-17T21:44:39.477" v="2270" actId="20577"/>
          <ac:spMkLst>
            <pc:docMk/>
            <pc:sldMk cId="3792333007" sldId="256"/>
            <ac:spMk id="10" creationId="{62D5369D-D1CF-3E60-1BBA-D1B196BA338B}"/>
          </ac:spMkLst>
        </pc:spChg>
        <pc:spChg chg="del">
          <ac:chgData name="Josiah Gottfried" userId="b741c102-2e63-4904-8956-93354ee26f16" providerId="ADAL" clId="{B4B384B1-B6DB-47AC-B137-B74CE2AF84D6}" dt="2024-04-17T19:25:40.796" v="64" actId="478"/>
          <ac:spMkLst>
            <pc:docMk/>
            <pc:sldMk cId="3792333007" sldId="256"/>
            <ac:spMk id="11" creationId="{A9062043-46F6-C0EA-2B19-2A1D01726733}"/>
          </ac:spMkLst>
        </pc:spChg>
        <pc:spChg chg="mod">
          <ac:chgData name="Josiah Gottfried" userId="b741c102-2e63-4904-8956-93354ee26f16" providerId="ADAL" clId="{B4B384B1-B6DB-47AC-B137-B74CE2AF84D6}" dt="2024-04-17T21:29:06.202" v="1833" actId="1035"/>
          <ac:spMkLst>
            <pc:docMk/>
            <pc:sldMk cId="3792333007" sldId="256"/>
            <ac:spMk id="12" creationId="{2FB92407-A9EC-B65A-0CF0-5B949C15870B}"/>
          </ac:spMkLst>
        </pc:spChg>
        <pc:spChg chg="add del mod ord">
          <ac:chgData name="Josiah Gottfried" userId="b741c102-2e63-4904-8956-93354ee26f16" providerId="ADAL" clId="{B4B384B1-B6DB-47AC-B137-B74CE2AF84D6}" dt="2024-04-17T19:40:52.285" v="408" actId="478"/>
          <ac:spMkLst>
            <pc:docMk/>
            <pc:sldMk cId="3792333007" sldId="256"/>
            <ac:spMk id="15" creationId="{DD971984-A2C7-F40B-F3F5-9227138A463F}"/>
          </ac:spMkLst>
        </pc:spChg>
        <pc:spChg chg="add del mod">
          <ac:chgData name="Josiah Gottfried" userId="b741c102-2e63-4904-8956-93354ee26f16" providerId="ADAL" clId="{B4B384B1-B6DB-47AC-B137-B74CE2AF84D6}" dt="2024-04-17T19:40:52.285" v="408" actId="478"/>
          <ac:spMkLst>
            <pc:docMk/>
            <pc:sldMk cId="3792333007" sldId="256"/>
            <ac:spMk id="16" creationId="{90D043D8-1094-7917-C74A-A17038FE0730}"/>
          </ac:spMkLst>
        </pc:spChg>
        <pc:spChg chg="add del mod">
          <ac:chgData name="Josiah Gottfried" userId="b741c102-2e63-4904-8956-93354ee26f16" providerId="ADAL" clId="{B4B384B1-B6DB-47AC-B137-B74CE2AF84D6}" dt="2024-04-17T19:35:34.144" v="282" actId="478"/>
          <ac:spMkLst>
            <pc:docMk/>
            <pc:sldMk cId="3792333007" sldId="256"/>
            <ac:spMk id="17" creationId="{E08AE0B0-9C97-6C18-3E60-C294BC417D04}"/>
          </ac:spMkLst>
        </pc:spChg>
        <pc:spChg chg="add del mod">
          <ac:chgData name="Josiah Gottfried" userId="b741c102-2e63-4904-8956-93354ee26f16" providerId="ADAL" clId="{B4B384B1-B6DB-47AC-B137-B74CE2AF84D6}" dt="2024-04-17T19:35:34.144" v="282" actId="478"/>
          <ac:spMkLst>
            <pc:docMk/>
            <pc:sldMk cId="3792333007" sldId="256"/>
            <ac:spMk id="19" creationId="{8F02B8A3-56A0-8097-9F32-81F303FA9B76}"/>
          </ac:spMkLst>
        </pc:spChg>
        <pc:spChg chg="add del mod">
          <ac:chgData name="Josiah Gottfried" userId="b741c102-2e63-4904-8956-93354ee26f16" providerId="ADAL" clId="{B4B384B1-B6DB-47AC-B137-B74CE2AF84D6}" dt="2024-04-17T19:31:46.735" v="203" actId="478"/>
          <ac:spMkLst>
            <pc:docMk/>
            <pc:sldMk cId="3792333007" sldId="256"/>
            <ac:spMk id="20" creationId="{2BC28B8F-48D9-D385-ED37-4A27B10FCC21}"/>
          </ac:spMkLst>
        </pc:spChg>
        <pc:spChg chg="add del mod">
          <ac:chgData name="Josiah Gottfried" userId="b741c102-2e63-4904-8956-93354ee26f16" providerId="ADAL" clId="{B4B384B1-B6DB-47AC-B137-B74CE2AF84D6}" dt="2024-04-17T19:40:52.285" v="408" actId="478"/>
          <ac:spMkLst>
            <pc:docMk/>
            <pc:sldMk cId="3792333007" sldId="256"/>
            <ac:spMk id="21" creationId="{A8599AF0-E74B-434D-F603-739C0EC716BE}"/>
          </ac:spMkLst>
        </pc:spChg>
        <pc:spChg chg="add del">
          <ac:chgData name="Josiah Gottfried" userId="b741c102-2e63-4904-8956-93354ee26f16" providerId="ADAL" clId="{B4B384B1-B6DB-47AC-B137-B74CE2AF84D6}" dt="2024-04-17T19:33:30.388" v="252" actId="478"/>
          <ac:spMkLst>
            <pc:docMk/>
            <pc:sldMk cId="3792333007" sldId="256"/>
            <ac:spMk id="22" creationId="{BAE6EB21-9D77-203E-F19B-0F7CED84403E}"/>
          </ac:spMkLst>
        </pc:spChg>
        <pc:spChg chg="add del mod">
          <ac:chgData name="Josiah Gottfried" userId="b741c102-2e63-4904-8956-93354ee26f16" providerId="ADAL" clId="{B4B384B1-B6DB-47AC-B137-B74CE2AF84D6}" dt="2024-04-17T19:35:34.144" v="282" actId="478"/>
          <ac:spMkLst>
            <pc:docMk/>
            <pc:sldMk cId="3792333007" sldId="256"/>
            <ac:spMk id="23" creationId="{EA13F211-4D29-952B-2F9A-EA7A8087AC2B}"/>
          </ac:spMkLst>
        </pc:spChg>
        <pc:spChg chg="add mod">
          <ac:chgData name="Josiah Gottfried" userId="b741c102-2e63-4904-8956-93354ee26f16" providerId="ADAL" clId="{B4B384B1-B6DB-47AC-B137-B74CE2AF84D6}" dt="2024-04-17T19:35:21.511" v="278"/>
          <ac:spMkLst>
            <pc:docMk/>
            <pc:sldMk cId="3792333007" sldId="256"/>
            <ac:spMk id="25" creationId="{0EADB463-283F-321E-1160-DC9A8ACE75A2}"/>
          </ac:spMkLst>
        </pc:spChg>
        <pc:spChg chg="add mod">
          <ac:chgData name="Josiah Gottfried" userId="b741c102-2e63-4904-8956-93354ee26f16" providerId="ADAL" clId="{B4B384B1-B6DB-47AC-B137-B74CE2AF84D6}" dt="2024-04-17T19:35:21.511" v="278"/>
          <ac:spMkLst>
            <pc:docMk/>
            <pc:sldMk cId="3792333007" sldId="256"/>
            <ac:spMk id="27" creationId="{FF748AD9-038C-613C-6BAE-A9859A6DC9C8}"/>
          </ac:spMkLst>
        </pc:spChg>
        <pc:spChg chg="add mod">
          <ac:chgData name="Josiah Gottfried" userId="b741c102-2e63-4904-8956-93354ee26f16" providerId="ADAL" clId="{B4B384B1-B6DB-47AC-B137-B74CE2AF84D6}" dt="2024-04-17T19:35:21.511" v="278"/>
          <ac:spMkLst>
            <pc:docMk/>
            <pc:sldMk cId="3792333007" sldId="256"/>
            <ac:spMk id="28" creationId="{A22DCD9D-11C4-A609-9767-FDC7BBD9D6B9}"/>
          </ac:spMkLst>
        </pc:spChg>
        <pc:spChg chg="add mod">
          <ac:chgData name="Josiah Gottfried" userId="b741c102-2e63-4904-8956-93354ee26f16" providerId="ADAL" clId="{B4B384B1-B6DB-47AC-B137-B74CE2AF84D6}" dt="2024-04-17T19:35:25.860" v="279"/>
          <ac:spMkLst>
            <pc:docMk/>
            <pc:sldMk cId="3792333007" sldId="256"/>
            <ac:spMk id="29" creationId="{0D0F8DFE-FF4E-D20E-F3BD-DDA69AA689C6}"/>
          </ac:spMkLst>
        </pc:spChg>
        <pc:spChg chg="add mod">
          <ac:chgData name="Josiah Gottfried" userId="b741c102-2e63-4904-8956-93354ee26f16" providerId="ADAL" clId="{B4B384B1-B6DB-47AC-B137-B74CE2AF84D6}" dt="2024-04-17T19:35:25.860" v="279"/>
          <ac:spMkLst>
            <pc:docMk/>
            <pc:sldMk cId="3792333007" sldId="256"/>
            <ac:spMk id="30" creationId="{194E413D-4198-F522-1495-1B79531AD7AE}"/>
          </ac:spMkLst>
        </pc:spChg>
        <pc:spChg chg="del mod">
          <ac:chgData name="Josiah Gottfried" userId="b741c102-2e63-4904-8956-93354ee26f16" providerId="ADAL" clId="{B4B384B1-B6DB-47AC-B137-B74CE2AF84D6}" dt="2024-04-17T21:10:27.309" v="1805" actId="478"/>
          <ac:spMkLst>
            <pc:docMk/>
            <pc:sldMk cId="3792333007" sldId="256"/>
            <ac:spMk id="31" creationId="{7736CC4E-6C02-9CAC-0C43-ED6CC1EB6722}"/>
          </ac:spMkLst>
        </pc:spChg>
        <pc:spChg chg="del mod">
          <ac:chgData name="Josiah Gottfried" userId="b741c102-2e63-4904-8956-93354ee26f16" providerId="ADAL" clId="{B4B384B1-B6DB-47AC-B137-B74CE2AF84D6}" dt="2024-04-17T21:07:41.021" v="1766" actId="478"/>
          <ac:spMkLst>
            <pc:docMk/>
            <pc:sldMk cId="3792333007" sldId="256"/>
            <ac:spMk id="1024" creationId="{A181A7F4-B3F5-BCDE-5664-9F6CD61293EF}"/>
          </ac:spMkLst>
        </pc:spChg>
        <pc:spChg chg="add mod">
          <ac:chgData name="Josiah Gottfried" userId="b741c102-2e63-4904-8956-93354ee26f16" providerId="ADAL" clId="{B4B384B1-B6DB-47AC-B137-B74CE2AF84D6}" dt="2024-04-17T19:35:25.860" v="279"/>
          <ac:spMkLst>
            <pc:docMk/>
            <pc:sldMk cId="3792333007" sldId="256"/>
            <ac:spMk id="1025" creationId="{10C362D3-3B27-F396-34AD-217F86489D03}"/>
          </ac:spMkLst>
        </pc:spChg>
        <pc:spChg chg="add del mod">
          <ac:chgData name="Josiah Gottfried" userId="b741c102-2e63-4904-8956-93354ee26f16" providerId="ADAL" clId="{B4B384B1-B6DB-47AC-B137-B74CE2AF84D6}" dt="2024-04-17T19:36:54.118" v="306" actId="478"/>
          <ac:spMkLst>
            <pc:docMk/>
            <pc:sldMk cId="3792333007" sldId="256"/>
            <ac:spMk id="1026" creationId="{12B042A2-D644-FB5A-B77E-075A170E55DF}"/>
          </ac:spMkLst>
        </pc:spChg>
        <pc:spChg chg="add del mod">
          <ac:chgData name="Josiah Gottfried" userId="b741c102-2e63-4904-8956-93354ee26f16" providerId="ADAL" clId="{B4B384B1-B6DB-47AC-B137-B74CE2AF84D6}" dt="2024-04-17T19:36:54.118" v="306" actId="478"/>
          <ac:spMkLst>
            <pc:docMk/>
            <pc:sldMk cId="3792333007" sldId="256"/>
            <ac:spMk id="1027" creationId="{2F9CDBF2-0F1E-3D4E-AB47-FDE0B17FEBB5}"/>
          </ac:spMkLst>
        </pc:spChg>
        <pc:spChg chg="add del mod">
          <ac:chgData name="Josiah Gottfried" userId="b741c102-2e63-4904-8956-93354ee26f16" providerId="ADAL" clId="{B4B384B1-B6DB-47AC-B137-B74CE2AF84D6}" dt="2024-04-17T19:36:54.118" v="306" actId="478"/>
          <ac:spMkLst>
            <pc:docMk/>
            <pc:sldMk cId="3792333007" sldId="256"/>
            <ac:spMk id="1028" creationId="{62311D21-EFD5-20D6-2489-9686CB849455}"/>
          </ac:spMkLst>
        </pc:spChg>
        <pc:spChg chg="add del mod">
          <ac:chgData name="Josiah Gottfried" userId="b741c102-2e63-4904-8956-93354ee26f16" providerId="ADAL" clId="{B4B384B1-B6DB-47AC-B137-B74CE2AF84D6}" dt="2024-04-17T19:57:07.175" v="749" actId="478"/>
          <ac:spMkLst>
            <pc:docMk/>
            <pc:sldMk cId="3792333007" sldId="256"/>
            <ac:spMk id="1030" creationId="{9119325C-B3B8-B65D-BEEA-04BCCC70FE6F}"/>
          </ac:spMkLst>
        </pc:spChg>
        <pc:spChg chg="add del mod">
          <ac:chgData name="Josiah Gottfried" userId="b741c102-2e63-4904-8956-93354ee26f16" providerId="ADAL" clId="{B4B384B1-B6DB-47AC-B137-B74CE2AF84D6}" dt="2024-04-17T19:57:07.175" v="749" actId="478"/>
          <ac:spMkLst>
            <pc:docMk/>
            <pc:sldMk cId="3792333007" sldId="256"/>
            <ac:spMk id="1031" creationId="{B2F1A94C-378A-7D95-DCF5-A1A96E459591}"/>
          </ac:spMkLst>
        </pc:spChg>
        <pc:spChg chg="add del mod">
          <ac:chgData name="Josiah Gottfried" userId="b741c102-2e63-4904-8956-93354ee26f16" providerId="ADAL" clId="{B4B384B1-B6DB-47AC-B137-B74CE2AF84D6}" dt="2024-04-17T19:57:07.175" v="749" actId="478"/>
          <ac:spMkLst>
            <pc:docMk/>
            <pc:sldMk cId="3792333007" sldId="256"/>
            <ac:spMk id="1032" creationId="{9D3266C1-25E0-CE80-5CB1-E69EDEFBD012}"/>
          </ac:spMkLst>
        </pc:spChg>
        <pc:spChg chg="add mod">
          <ac:chgData name="Josiah Gottfried" userId="b741c102-2e63-4904-8956-93354ee26f16" providerId="ADAL" clId="{B4B384B1-B6DB-47AC-B137-B74CE2AF84D6}" dt="2024-04-17T19:40:34.289" v="405"/>
          <ac:spMkLst>
            <pc:docMk/>
            <pc:sldMk cId="3792333007" sldId="256"/>
            <ac:spMk id="1036" creationId="{DBC86BF9-41D2-D180-C04D-781DDD7E19D7}"/>
          </ac:spMkLst>
        </pc:spChg>
        <pc:spChg chg="add mod">
          <ac:chgData name="Josiah Gottfried" userId="b741c102-2e63-4904-8956-93354ee26f16" providerId="ADAL" clId="{B4B384B1-B6DB-47AC-B137-B74CE2AF84D6}" dt="2024-04-17T19:40:34.289" v="405"/>
          <ac:spMkLst>
            <pc:docMk/>
            <pc:sldMk cId="3792333007" sldId="256"/>
            <ac:spMk id="1037" creationId="{6FE14448-EACD-AFB2-411A-EE496FE8A7E8}"/>
          </ac:spMkLst>
        </pc:spChg>
        <pc:spChg chg="add mod">
          <ac:chgData name="Josiah Gottfried" userId="b741c102-2e63-4904-8956-93354ee26f16" providerId="ADAL" clId="{B4B384B1-B6DB-47AC-B137-B74CE2AF84D6}" dt="2024-04-17T19:40:34.289" v="405"/>
          <ac:spMkLst>
            <pc:docMk/>
            <pc:sldMk cId="3792333007" sldId="256"/>
            <ac:spMk id="1038" creationId="{35257E8E-C729-7F41-7BD7-1B6124B0C40F}"/>
          </ac:spMkLst>
        </pc:spChg>
        <pc:spChg chg="add mod ord">
          <ac:chgData name="Josiah Gottfried" userId="b741c102-2e63-4904-8956-93354ee26f16" providerId="ADAL" clId="{B4B384B1-B6DB-47AC-B137-B74CE2AF84D6}" dt="2024-04-17T21:34:51.511" v="2236" actId="20577"/>
          <ac:spMkLst>
            <pc:docMk/>
            <pc:sldMk cId="3792333007" sldId="256"/>
            <ac:spMk id="1039" creationId="{AD3140F8-7865-2881-BE6D-29B35414091F}"/>
          </ac:spMkLst>
        </pc:spChg>
        <pc:spChg chg="add del mod">
          <ac:chgData name="Josiah Gottfried" userId="b741c102-2e63-4904-8956-93354ee26f16" providerId="ADAL" clId="{B4B384B1-B6DB-47AC-B137-B74CE2AF84D6}" dt="2024-04-17T19:52:32.060" v="683" actId="478"/>
          <ac:spMkLst>
            <pc:docMk/>
            <pc:sldMk cId="3792333007" sldId="256"/>
            <ac:spMk id="1040" creationId="{79C1A546-2E62-56DA-99B2-36B5567098A8}"/>
          </ac:spMkLst>
        </pc:spChg>
        <pc:spChg chg="add mod ord">
          <ac:chgData name="Josiah Gottfried" userId="b741c102-2e63-4904-8956-93354ee26f16" providerId="ADAL" clId="{B4B384B1-B6DB-47AC-B137-B74CE2AF84D6}" dt="2024-04-17T21:32:11.729" v="2103" actId="1036"/>
          <ac:spMkLst>
            <pc:docMk/>
            <pc:sldMk cId="3792333007" sldId="256"/>
            <ac:spMk id="1041" creationId="{6F83A4A1-9E48-B191-3966-0461730650D4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43" creationId="{3A0C69EF-B8B6-835B-C459-55FE3A0B1FEA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44" creationId="{A80628F6-C72D-7C5E-1218-F53799F42162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45" creationId="{4CAFF2B8-70FC-DC0D-B53C-3D3CA2773CD8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46" creationId="{2C57F2D9-6F11-D5DA-F76B-C1A90A6B2EE0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47" creationId="{869415BD-F8D6-58A7-7470-1B3C19ABF4C1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48" creationId="{82748F61-6061-A22B-9821-F0D7BFA4FDC8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49" creationId="{7AD4C27C-882C-80A8-B5CF-D83D3C7086FA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0" creationId="{405C3084-1D8A-1511-8682-12511726B344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1" creationId="{499E811A-4B8E-0FD2-C1AA-FFD573535A26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2" creationId="{22B23E19-C5D6-52CF-1781-C9041165140E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3" creationId="{7929599E-575C-1B10-F1C0-74B81907FCB6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4" creationId="{808CD5F2-E78D-6409-8A2B-55E98D30A9F9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5" creationId="{5384EC6F-7306-0577-E729-A99343A58EFC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6" creationId="{807DF95E-0D32-93CA-C557-AC095591BDDE}"/>
          </ac:spMkLst>
        </pc:spChg>
        <pc:spChg chg="add del mod">
          <ac:chgData name="Josiah Gottfried" userId="b741c102-2e63-4904-8956-93354ee26f16" providerId="ADAL" clId="{B4B384B1-B6DB-47AC-B137-B74CE2AF84D6}" dt="2024-04-17T19:57:57.402" v="768" actId="478"/>
          <ac:spMkLst>
            <pc:docMk/>
            <pc:sldMk cId="3792333007" sldId="256"/>
            <ac:spMk id="1057" creationId="{17AF8AA3-BFC6-66ED-6831-699ABEB149B4}"/>
          </ac:spMkLst>
        </pc:spChg>
        <pc:spChg chg="add mod ord">
          <ac:chgData name="Josiah Gottfried" userId="b741c102-2e63-4904-8956-93354ee26f16" providerId="ADAL" clId="{B4B384B1-B6DB-47AC-B137-B74CE2AF84D6}" dt="2024-04-17T21:32:11.729" v="2103" actId="1036"/>
          <ac:spMkLst>
            <pc:docMk/>
            <pc:sldMk cId="3792333007" sldId="256"/>
            <ac:spMk id="1058" creationId="{2DFAFB6B-9525-B781-5CCA-1E32A9188128}"/>
          </ac:spMkLst>
        </pc:spChg>
        <pc:spChg chg="add mod ord">
          <ac:chgData name="Josiah Gottfried" userId="b741c102-2e63-4904-8956-93354ee26f16" providerId="ADAL" clId="{B4B384B1-B6DB-47AC-B137-B74CE2AF84D6}" dt="2024-04-17T21:32:11.729" v="2103" actId="1036"/>
          <ac:spMkLst>
            <pc:docMk/>
            <pc:sldMk cId="3792333007" sldId="256"/>
            <ac:spMk id="1059" creationId="{B44BEE27-CDA5-0FB5-BF1B-8C71F6E6D8E9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60" creationId="{036859D6-5FDC-801C-E4BB-78139FE39B5C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61" creationId="{86CB58C1-0557-4EC0-0927-4EBFFD5E82C8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62" creationId="{ECDFB422-0114-D9E7-9070-2B9B05C5104B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63" creationId="{928F2DA6-2DC0-DB3E-4228-8959AD019D5C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64" creationId="{89E388AA-2D4D-72E6-D53B-47A17953873A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65" creationId="{4BBC27BA-1BCC-1163-2A65-E20FC5E3602A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66" creationId="{14FAD182-A987-91E9-A68F-C345BA476EF6}"/>
          </ac:spMkLst>
        </pc:spChg>
        <pc:spChg chg="add mo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67" creationId="{BF0A7B10-F65F-FA9C-7955-2DF69C723C5F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68" creationId="{0A7798B0-682B-B491-C5B6-5D641C05B52B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69" creationId="{4B494004-A12B-40AD-ED58-16DE34DCF9F6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70" creationId="{6103A1E2-88CF-4E91-E385-06A64D0327E6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71" creationId="{CA179104-FA28-D086-713B-5663FC8806E0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72" creationId="{27AFA053-CCA1-60C4-9BEE-E4EEFAFA620F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73" creationId="{7FA025C5-BC75-72A3-60F7-19DF2ABB96C6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74" creationId="{0DB4731A-5510-BB99-332B-C5CA52FA455C}"/>
          </ac:spMkLst>
        </pc:spChg>
        <pc:spChg chg="add mo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75" creationId="{147FD09B-FC83-189D-AD43-AC8527C16501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76" creationId="{48F736CC-405F-EB2E-F597-8D09056BBCAF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77" creationId="{2D442A5D-3967-885C-6A28-4F1566D0A374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78" creationId="{2BF83B6F-ABEA-4B14-FE48-C9169503DB6E}"/>
          </ac:spMkLst>
        </pc:spChg>
        <pc:spChg chg="add del mod">
          <ac:chgData name="Josiah Gottfried" userId="b741c102-2e63-4904-8956-93354ee26f16" providerId="ADAL" clId="{B4B384B1-B6DB-47AC-B137-B74CE2AF84D6}" dt="2024-04-17T20:03:40.315" v="1051" actId="478"/>
          <ac:spMkLst>
            <pc:docMk/>
            <pc:sldMk cId="3792333007" sldId="256"/>
            <ac:spMk id="1079" creationId="{CA21E6B1-0547-D24B-AD11-A8C48DDBDE03}"/>
          </ac:spMkLst>
        </pc:spChg>
        <pc:spChg chg="add mod">
          <ac:chgData name="Josiah Gottfried" userId="b741c102-2e63-4904-8956-93354ee26f16" providerId="ADAL" clId="{B4B384B1-B6DB-47AC-B137-B74CE2AF84D6}" dt="2024-04-17T20:02:52.467" v="1035"/>
          <ac:spMkLst>
            <pc:docMk/>
            <pc:sldMk cId="3792333007" sldId="256"/>
            <ac:spMk id="1080" creationId="{E0B3DC6E-BE0D-B865-CCD4-BBAD0F8D5C30}"/>
          </ac:spMkLst>
        </pc:spChg>
        <pc:spChg chg="add mod">
          <ac:chgData name="Josiah Gottfried" userId="b741c102-2e63-4904-8956-93354ee26f16" providerId="ADAL" clId="{B4B384B1-B6DB-47AC-B137-B74CE2AF84D6}" dt="2024-04-17T20:02:52.467" v="1035"/>
          <ac:spMkLst>
            <pc:docMk/>
            <pc:sldMk cId="3792333007" sldId="256"/>
            <ac:spMk id="1081" creationId="{0BFC9297-1E88-3564-C44F-FDB8F27DB433}"/>
          </ac:spMkLst>
        </pc:spChg>
        <pc:spChg chg="add mod">
          <ac:chgData name="Josiah Gottfried" userId="b741c102-2e63-4904-8956-93354ee26f16" providerId="ADAL" clId="{B4B384B1-B6DB-47AC-B137-B74CE2AF84D6}" dt="2024-04-17T20:02:52.467" v="1035"/>
          <ac:spMkLst>
            <pc:docMk/>
            <pc:sldMk cId="3792333007" sldId="256"/>
            <ac:spMk id="1082" creationId="{AD41CFBA-90F4-B436-267B-3ED890A3ACDF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83" creationId="{C60E365D-E97F-F767-016C-7F9DBE961397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84" creationId="{53742DE9-B8E1-3321-93AB-7F22CC79ABE2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85" creationId="{F154000B-7F35-B662-48E4-7837095CAD6C}"/>
          </ac:spMkLst>
        </pc:spChg>
        <pc:spChg chg="add mo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086" creationId="{26527455-FBA0-15B0-F057-8DE1CBA238AB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87" creationId="{90E98695-51BF-3673-148D-DC4597C7049A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88" creationId="{789516A1-3D9B-DB19-0C07-0ECD36616413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89" creationId="{01CB6D9D-B863-A979-25A7-176747B5B5DD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0" creationId="{B2B5D0CE-948D-BE8B-1BF9-98B25C44FE0F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1" creationId="{77C2E09C-F1B1-C65B-31B8-A42E56717FA3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2" creationId="{DC51FDFC-D49F-66D4-30A6-1AD61B455292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3" creationId="{95231378-1D53-8A1B-06C7-BED776C5A091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4" creationId="{626F64F6-7B28-3CCB-C356-CAA0DC02CC32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5" creationId="{7B62AA2E-439F-8CC6-B236-253C6CD1BE75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6" creationId="{57DF4DE3-4FA8-3614-F860-71A4A32F7024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7" creationId="{8F266214-DE3C-6CFC-B5EE-A681D2704190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8" creationId="{B0CAA6F6-BF2A-17AC-7336-57CEAAE5CE32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099" creationId="{FDA03ACD-3C4E-B57E-9158-7E070ED0DBBF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100" creationId="{5922474D-719F-64C3-D783-0E2363DE0536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101" creationId="{BEA463A0-5E0C-A613-D10B-91D0EAE09408}"/>
          </ac:spMkLst>
        </pc:spChg>
        <pc:spChg chg="add del mod">
          <ac:chgData name="Josiah Gottfried" userId="b741c102-2e63-4904-8956-93354ee26f16" providerId="ADAL" clId="{B4B384B1-B6DB-47AC-B137-B74CE2AF84D6}" dt="2024-04-17T20:04:06.271" v="1054" actId="478"/>
          <ac:spMkLst>
            <pc:docMk/>
            <pc:sldMk cId="3792333007" sldId="256"/>
            <ac:spMk id="1102" creationId="{3CC7D452-EC76-3954-05AD-55D46682387B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03" creationId="{CC28F29D-302C-68B4-A962-F8568F46F063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04" creationId="{67282DFE-FCF5-2365-28A7-4D90E678ACF5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05" creationId="{E7C6C413-F899-562D-0F67-26DF9D73280C}"/>
          </ac:spMkLst>
        </pc:spChg>
        <pc:spChg chg="add mo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06" creationId="{4069C50F-BA21-3B73-5999-15FC31E1B250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07" creationId="{6612262B-8382-11B3-0CB1-A8C3A3579807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08" creationId="{F0B1B9B1-CB88-A495-DCB1-5174086AACAD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09" creationId="{43F3EEFC-56F9-8A0D-F2DD-AB0677E3223D}"/>
          </ac:spMkLst>
        </pc:spChg>
        <pc:spChg chg="add mo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0" creationId="{3CDA08CC-A234-6A46-4685-C3D12D02B2C9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1" creationId="{D077A01E-624F-9EA7-46B2-AB7D44BC32CD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2" creationId="{6925451B-2E90-BE36-9C40-8931E9F8BC1E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3" creationId="{F378E019-34FC-DDB4-768A-B951BC86E012}"/>
          </ac:spMkLst>
        </pc:spChg>
        <pc:spChg chg="add mo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4" creationId="{6A4C2941-8435-112C-5649-150AA446F794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5" creationId="{B7E9D6C9-EB06-A745-3F7E-84AB8A30955C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6" creationId="{3EFF7F2F-4C62-8EB6-CE22-2C95037EC460}"/>
          </ac:spMkLst>
        </pc:spChg>
        <pc:spChg chg="add mod or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7" creationId="{6BC65849-24C8-224C-E10C-EF8C8D4487E5}"/>
          </ac:spMkLst>
        </pc:spChg>
        <pc:spChg chg="add mod">
          <ac:chgData name="Josiah Gottfried" userId="b741c102-2e63-4904-8956-93354ee26f16" providerId="ADAL" clId="{B4B384B1-B6DB-47AC-B137-B74CE2AF84D6}" dt="2024-04-17T21:09:18.413" v="1793" actId="1037"/>
          <ac:spMkLst>
            <pc:docMk/>
            <pc:sldMk cId="3792333007" sldId="256"/>
            <ac:spMk id="1118" creationId="{6F10BAD1-9D3E-CBC3-F74B-5C3A113DF76E}"/>
          </ac:spMkLst>
        </pc:spChg>
        <pc:spChg chg="add mod">
          <ac:chgData name="Josiah Gottfried" userId="b741c102-2e63-4904-8956-93354ee26f16" providerId="ADAL" clId="{B4B384B1-B6DB-47AC-B137-B74CE2AF84D6}" dt="2024-04-17T21:34:37.069" v="2229" actId="14100"/>
          <ac:spMkLst>
            <pc:docMk/>
            <pc:sldMk cId="3792333007" sldId="256"/>
            <ac:spMk id="1149" creationId="{446ED4C7-797B-D60F-4345-300E90E7EDC2}"/>
          </ac:spMkLst>
        </pc:spChg>
        <pc:spChg chg="add mod">
          <ac:chgData name="Josiah Gottfried" userId="b741c102-2e63-4904-8956-93354ee26f16" providerId="ADAL" clId="{B4B384B1-B6DB-47AC-B137-B74CE2AF84D6}" dt="2024-04-17T21:36:08.976" v="2249" actId="1036"/>
          <ac:spMkLst>
            <pc:docMk/>
            <pc:sldMk cId="3792333007" sldId="256"/>
            <ac:spMk id="1166" creationId="{F72C9727-0E84-7871-8C2A-A64F14EF4440}"/>
          </ac:spMkLst>
        </pc:spChg>
        <pc:spChg chg="add mod">
          <ac:chgData name="Josiah Gottfried" userId="b741c102-2e63-4904-8956-93354ee26f16" providerId="ADAL" clId="{B4B384B1-B6DB-47AC-B137-B74CE2AF84D6}" dt="2024-04-17T21:10:00.822" v="1800"/>
          <ac:spMkLst>
            <pc:docMk/>
            <pc:sldMk cId="3792333007" sldId="256"/>
            <ac:spMk id="1172" creationId="{FA32FA76-D014-93D2-241E-3C204549E2D3}"/>
          </ac:spMkLst>
        </pc:spChg>
        <pc:spChg chg="add mod">
          <ac:chgData name="Josiah Gottfried" userId="b741c102-2e63-4904-8956-93354ee26f16" providerId="ADAL" clId="{B4B384B1-B6DB-47AC-B137-B74CE2AF84D6}" dt="2024-04-17T21:10:45.791" v="1807" actId="14100"/>
          <ac:spMkLst>
            <pc:docMk/>
            <pc:sldMk cId="3792333007" sldId="256"/>
            <ac:spMk id="1173" creationId="{B3DFAE3D-0C4C-4F32-0AA5-0D848C1B1C13}"/>
          </ac:spMkLst>
        </pc:spChg>
        <pc:spChg chg="add mod">
          <ac:chgData name="Josiah Gottfried" userId="b741c102-2e63-4904-8956-93354ee26f16" providerId="ADAL" clId="{B4B384B1-B6DB-47AC-B137-B74CE2AF84D6}" dt="2024-04-17T21:43:11.405" v="2262" actId="1035"/>
          <ac:spMkLst>
            <pc:docMk/>
            <pc:sldMk cId="3792333007" sldId="256"/>
            <ac:spMk id="1175" creationId="{17C341D5-215B-44EC-D70D-15C259C3534A}"/>
          </ac:spMkLst>
        </pc:spChg>
        <pc:graphicFrameChg chg="add del mod modGraphic">
          <ac:chgData name="Josiah Gottfried" userId="b741c102-2e63-4904-8956-93354ee26f16" providerId="ADAL" clId="{B4B384B1-B6DB-47AC-B137-B74CE2AF84D6}" dt="2024-04-17T19:24:48.398" v="60" actId="478"/>
          <ac:graphicFrameMkLst>
            <pc:docMk/>
            <pc:sldMk cId="3792333007" sldId="256"/>
            <ac:graphicFrameMk id="2" creationId="{A9E12834-A63F-E3DB-E098-9D9D401ED0E1}"/>
          </ac:graphicFrameMkLst>
        </pc:graphicFrameChg>
        <pc:picChg chg="mod">
          <ac:chgData name="Josiah Gottfried" userId="b741c102-2e63-4904-8956-93354ee26f16" providerId="ADAL" clId="{B4B384B1-B6DB-47AC-B137-B74CE2AF84D6}" dt="2024-04-17T21:40:21.473" v="2255" actId="14826"/>
          <ac:picMkLst>
            <pc:docMk/>
            <pc:sldMk cId="3792333007" sldId="256"/>
            <ac:picMk id="18" creationId="{E82910E3-D890-DD30-3609-A327F20BAD2A}"/>
          </ac:picMkLst>
        </pc:picChg>
        <pc:picChg chg="mod">
          <ac:chgData name="Josiah Gottfried" userId="b741c102-2e63-4904-8956-93354ee26f16" providerId="ADAL" clId="{B4B384B1-B6DB-47AC-B137-B74CE2AF84D6}" dt="2024-04-17T21:09:55.281" v="1799" actId="1076"/>
          <ac:picMkLst>
            <pc:docMk/>
            <pc:sldMk cId="3792333007" sldId="256"/>
            <ac:picMk id="24" creationId="{7872D6CB-711D-8F76-D7EC-F5FE3EEA1310}"/>
          </ac:picMkLst>
        </pc:picChg>
        <pc:picChg chg="add mod">
          <ac:chgData name="Josiah Gottfried" userId="b741c102-2e63-4904-8956-93354ee26f16" providerId="ADAL" clId="{B4B384B1-B6DB-47AC-B137-B74CE2AF84D6}" dt="2024-04-17T20:19:00.479" v="1312" actId="208"/>
          <ac:picMkLst>
            <pc:docMk/>
            <pc:sldMk cId="3792333007" sldId="256"/>
            <ac:picMk id="1034" creationId="{1E6AFAC5-54EE-7623-2FC2-677935EC62F1}"/>
          </ac:picMkLst>
        </pc:picChg>
        <pc:picChg chg="del">
          <ac:chgData name="Josiah Gottfried" userId="b741c102-2e63-4904-8956-93354ee26f16" providerId="ADAL" clId="{B4B384B1-B6DB-47AC-B137-B74CE2AF84D6}" dt="2024-04-17T19:18:43.174" v="0" actId="478"/>
          <ac:picMkLst>
            <pc:docMk/>
            <pc:sldMk cId="3792333007" sldId="256"/>
            <ac:picMk id="1035" creationId="{DB8B34C1-58AB-00D4-E80B-4106930C210D}"/>
          </ac:picMkLst>
        </pc:picChg>
        <pc:picChg chg="add mod ord">
          <ac:chgData name="Josiah Gottfried" userId="b741c102-2e63-4904-8956-93354ee26f16" providerId="ADAL" clId="{B4B384B1-B6DB-47AC-B137-B74CE2AF84D6}" dt="2024-04-17T21:32:10.682" v="2101" actId="1036"/>
          <ac:picMkLst>
            <pc:docMk/>
            <pc:sldMk cId="3792333007" sldId="256"/>
            <ac:picMk id="1042" creationId="{E9DFCB1E-F00D-88FC-8109-A07E6FE0DEF1}"/>
          </ac:picMkLst>
        </pc:picChg>
        <pc:picChg chg="add mod">
          <ac:chgData name="Josiah Gottfried" userId="b741c102-2e63-4904-8956-93354ee26f16" providerId="ADAL" clId="{B4B384B1-B6DB-47AC-B137-B74CE2AF84D6}" dt="2024-04-17T20:19:23.096" v="1315" actId="208"/>
          <ac:picMkLst>
            <pc:docMk/>
            <pc:sldMk cId="3792333007" sldId="256"/>
            <ac:picMk id="1119" creationId="{B996ED36-B19E-04CF-673E-22263C93543A}"/>
          </ac:picMkLst>
        </pc:picChg>
        <pc:picChg chg="add del mod">
          <ac:chgData name="Josiah Gottfried" userId="b741c102-2e63-4904-8956-93354ee26f16" providerId="ADAL" clId="{B4B384B1-B6DB-47AC-B137-B74CE2AF84D6}" dt="2024-04-17T20:20:03.490" v="1318" actId="478"/>
          <ac:picMkLst>
            <pc:docMk/>
            <pc:sldMk cId="3792333007" sldId="256"/>
            <ac:picMk id="1120" creationId="{EB220F9A-4AC3-12A5-230C-C6137D584E8D}"/>
          </ac:picMkLst>
        </pc:picChg>
        <pc:picChg chg="add mod">
          <ac:chgData name="Josiah Gottfried" userId="b741c102-2e63-4904-8956-93354ee26f16" providerId="ADAL" clId="{B4B384B1-B6DB-47AC-B137-B74CE2AF84D6}" dt="2024-04-17T20:21:37.046" v="1334" actId="1035"/>
          <ac:picMkLst>
            <pc:docMk/>
            <pc:sldMk cId="3792333007" sldId="256"/>
            <ac:picMk id="1121" creationId="{CAE5ADD5-5527-849C-C64B-4315E6D9D6D3}"/>
          </ac:picMkLst>
        </pc:picChg>
        <pc:picChg chg="add del mod">
          <ac:chgData name="Josiah Gottfried" userId="b741c102-2e63-4904-8956-93354ee26f16" providerId="ADAL" clId="{B4B384B1-B6DB-47AC-B137-B74CE2AF84D6}" dt="2024-04-17T20:22:00.921" v="1337" actId="478"/>
          <ac:picMkLst>
            <pc:docMk/>
            <pc:sldMk cId="3792333007" sldId="256"/>
            <ac:picMk id="1122" creationId="{B70E2467-65AE-BD2E-11B2-69277449D68B}"/>
          </ac:picMkLst>
        </pc:picChg>
        <pc:picChg chg="add del mod">
          <ac:chgData name="Josiah Gottfried" userId="b741c102-2e63-4904-8956-93354ee26f16" providerId="ADAL" clId="{B4B384B1-B6DB-47AC-B137-B74CE2AF84D6}" dt="2024-04-17T20:23:05.158" v="1347" actId="478"/>
          <ac:picMkLst>
            <pc:docMk/>
            <pc:sldMk cId="3792333007" sldId="256"/>
            <ac:picMk id="1123" creationId="{E9D75E29-3642-2B8A-D7C2-0EC17731A377}"/>
          </ac:picMkLst>
        </pc:picChg>
        <pc:picChg chg="add del mod">
          <ac:chgData name="Josiah Gottfried" userId="b741c102-2e63-4904-8956-93354ee26f16" providerId="ADAL" clId="{B4B384B1-B6DB-47AC-B137-B74CE2AF84D6}" dt="2024-04-17T20:23:24.301" v="1351" actId="478"/>
          <ac:picMkLst>
            <pc:docMk/>
            <pc:sldMk cId="3792333007" sldId="256"/>
            <ac:picMk id="1124" creationId="{CCD8C320-A6FF-F350-5B82-BD212E25C6A8}"/>
          </ac:picMkLst>
        </pc:picChg>
        <pc:picChg chg="add mod">
          <ac:chgData name="Josiah Gottfried" userId="b741c102-2e63-4904-8956-93354ee26f16" providerId="ADAL" clId="{B4B384B1-B6DB-47AC-B137-B74CE2AF84D6}" dt="2024-04-17T20:20:15.173" v="1319" actId="1076"/>
          <ac:picMkLst>
            <pc:docMk/>
            <pc:sldMk cId="3792333007" sldId="256"/>
            <ac:picMk id="1133" creationId="{6109EF81-A98F-B002-992E-7E0F3B8B469D}"/>
          </ac:picMkLst>
        </pc:picChg>
        <pc:picChg chg="add mod">
          <ac:chgData name="Josiah Gottfried" userId="b741c102-2e63-4904-8956-93354ee26f16" providerId="ADAL" clId="{B4B384B1-B6DB-47AC-B137-B74CE2AF84D6}" dt="2024-04-17T20:22:20.440" v="1340" actId="1076"/>
          <ac:picMkLst>
            <pc:docMk/>
            <pc:sldMk cId="3792333007" sldId="256"/>
            <ac:picMk id="1138" creationId="{5835D45E-15FE-A403-81E5-E2CBE9FC31FB}"/>
          </ac:picMkLst>
        </pc:picChg>
        <pc:picChg chg="add mod">
          <ac:chgData name="Josiah Gottfried" userId="b741c102-2e63-4904-8956-93354ee26f16" providerId="ADAL" clId="{B4B384B1-B6DB-47AC-B137-B74CE2AF84D6}" dt="2024-04-17T20:23:18.172" v="1350" actId="1076"/>
          <ac:picMkLst>
            <pc:docMk/>
            <pc:sldMk cId="3792333007" sldId="256"/>
            <ac:picMk id="1143" creationId="{F1BA8192-AFE2-7E58-96D3-A511F84A600A}"/>
          </ac:picMkLst>
        </pc:picChg>
        <pc:picChg chg="add mod">
          <ac:chgData name="Josiah Gottfried" userId="b741c102-2e63-4904-8956-93354ee26f16" providerId="ADAL" clId="{B4B384B1-B6DB-47AC-B137-B74CE2AF84D6}" dt="2024-04-17T20:23:41.290" v="1355" actId="1076"/>
          <ac:picMkLst>
            <pc:docMk/>
            <pc:sldMk cId="3792333007" sldId="256"/>
            <ac:picMk id="1145" creationId="{638D3A71-0B76-397D-5ECC-367BC9E87C6F}"/>
          </ac:picMkLst>
        </pc:picChg>
        <pc:cxnChg chg="add mod ord">
          <ac:chgData name="Josiah Gottfried" userId="b741c102-2e63-4904-8956-93354ee26f16" providerId="ADAL" clId="{B4B384B1-B6DB-47AC-B137-B74CE2AF84D6}" dt="2024-05-01T16:44:38.533" v="2279" actId="167"/>
          <ac:cxnSpMkLst>
            <pc:docMk/>
            <pc:sldMk cId="3792333007" sldId="256"/>
            <ac:cxnSpMk id="4" creationId="{2BC15724-9396-F443-B691-818E3FFD4E35}"/>
          </ac:cxnSpMkLst>
        </pc:cxnChg>
        <pc:cxnChg chg="del">
          <ac:chgData name="Josiah Gottfried" userId="b741c102-2e63-4904-8956-93354ee26f16" providerId="ADAL" clId="{B4B384B1-B6DB-47AC-B137-B74CE2AF84D6}" dt="2024-04-17T20:25:00.324" v="1361" actId="478"/>
          <ac:cxnSpMkLst>
            <pc:docMk/>
            <pc:sldMk cId="3792333007" sldId="256"/>
            <ac:cxnSpMk id="26" creationId="{148FDB87-8D5A-D70E-4D83-ECA171A2B807}"/>
          </ac:cxnSpMkLst>
        </pc:cxnChg>
        <pc:cxnChg chg="add mod ord">
          <ac:chgData name="Josiah Gottfried" userId="b741c102-2e63-4904-8956-93354ee26f16" providerId="ADAL" clId="{B4B384B1-B6DB-47AC-B137-B74CE2AF84D6}" dt="2024-05-01T16:44:13.944" v="2275" actId="167"/>
          <ac:cxnSpMkLst>
            <pc:docMk/>
            <pc:sldMk cId="3792333007" sldId="256"/>
            <ac:cxnSpMk id="1126" creationId="{2FE3A799-04E4-710A-2C77-B8A01B9A2EFA}"/>
          </ac:cxnSpMkLst>
        </pc:cxnChg>
        <pc:cxnChg chg="add mod ord">
          <ac:chgData name="Josiah Gottfried" userId="b741c102-2e63-4904-8956-93354ee26f16" providerId="ADAL" clId="{B4B384B1-B6DB-47AC-B137-B74CE2AF84D6}" dt="2024-05-01T16:44:10.422" v="2274" actId="167"/>
          <ac:cxnSpMkLst>
            <pc:docMk/>
            <pc:sldMk cId="3792333007" sldId="256"/>
            <ac:cxnSpMk id="1129" creationId="{4EEBA94E-CA0E-503C-C204-F934EFD54BE5}"/>
          </ac:cxnSpMkLst>
        </pc:cxnChg>
        <pc:cxnChg chg="add mod ord">
          <ac:chgData name="Josiah Gottfried" userId="b741c102-2e63-4904-8956-93354ee26f16" providerId="ADAL" clId="{B4B384B1-B6DB-47AC-B137-B74CE2AF84D6}" dt="2024-05-01T16:44:18.367" v="2276" actId="167"/>
          <ac:cxnSpMkLst>
            <pc:docMk/>
            <pc:sldMk cId="3792333007" sldId="256"/>
            <ac:cxnSpMk id="1131" creationId="{56B49B22-77A7-1299-52C9-1CD0C5DB085D}"/>
          </ac:cxnSpMkLst>
        </pc:cxnChg>
        <pc:cxnChg chg="add mod ord">
          <ac:chgData name="Josiah Gottfried" userId="b741c102-2e63-4904-8956-93354ee26f16" providerId="ADAL" clId="{B4B384B1-B6DB-47AC-B137-B74CE2AF84D6}" dt="2024-05-01T16:43:53.959" v="2271" actId="167"/>
          <ac:cxnSpMkLst>
            <pc:docMk/>
            <pc:sldMk cId="3792333007" sldId="256"/>
            <ac:cxnSpMk id="1132" creationId="{696AC688-F79E-6918-698A-6C9CB4119C41}"/>
          </ac:cxnSpMkLst>
        </pc:cxnChg>
        <pc:cxnChg chg="add mod ord">
          <ac:chgData name="Josiah Gottfried" userId="b741c102-2e63-4904-8956-93354ee26f16" providerId="ADAL" clId="{B4B384B1-B6DB-47AC-B137-B74CE2AF84D6}" dt="2024-05-01T16:44:24.739" v="2277" actId="167"/>
          <ac:cxnSpMkLst>
            <pc:docMk/>
            <pc:sldMk cId="3792333007" sldId="256"/>
            <ac:cxnSpMk id="1134" creationId="{AF586DC9-643D-E7EF-DFEA-5865FBC0F6A5}"/>
          </ac:cxnSpMkLst>
        </pc:cxnChg>
        <pc:cxnChg chg="add mod ord">
          <ac:chgData name="Josiah Gottfried" userId="b741c102-2e63-4904-8956-93354ee26f16" providerId="ADAL" clId="{B4B384B1-B6DB-47AC-B137-B74CE2AF84D6}" dt="2024-05-01T16:44:00.243" v="2272" actId="167"/>
          <ac:cxnSpMkLst>
            <pc:docMk/>
            <pc:sldMk cId="3792333007" sldId="256"/>
            <ac:cxnSpMk id="1137" creationId="{58F3B800-35E4-2A41-6558-B84BB482E155}"/>
          </ac:cxnSpMkLst>
        </pc:cxnChg>
        <pc:cxnChg chg="add mod ord">
          <ac:chgData name="Josiah Gottfried" userId="b741c102-2e63-4904-8956-93354ee26f16" providerId="ADAL" clId="{B4B384B1-B6DB-47AC-B137-B74CE2AF84D6}" dt="2024-05-01T16:44:32.226" v="2278" actId="167"/>
          <ac:cxnSpMkLst>
            <pc:docMk/>
            <pc:sldMk cId="3792333007" sldId="256"/>
            <ac:cxnSpMk id="1139" creationId="{C9395BD5-5BD9-B300-5244-83F69FA0AFBE}"/>
          </ac:cxnSpMkLst>
        </pc:cxnChg>
        <pc:cxnChg chg="add mod ord">
          <ac:chgData name="Josiah Gottfried" userId="b741c102-2e63-4904-8956-93354ee26f16" providerId="ADAL" clId="{B4B384B1-B6DB-47AC-B137-B74CE2AF84D6}" dt="2024-05-01T16:44:05.342" v="2273" actId="167"/>
          <ac:cxnSpMkLst>
            <pc:docMk/>
            <pc:sldMk cId="3792333007" sldId="256"/>
            <ac:cxnSpMk id="1144" creationId="{00B0C690-7424-21BB-6A90-816B54397555}"/>
          </ac:cxnSpMkLst>
        </pc:cxnChg>
        <pc:cxnChg chg="add mod">
          <ac:chgData name="Josiah Gottfried" userId="b741c102-2e63-4904-8956-93354ee26f16" providerId="ADAL" clId="{B4B384B1-B6DB-47AC-B137-B74CE2AF84D6}" dt="2024-04-17T21:11:04.020" v="1808" actId="1036"/>
          <ac:cxnSpMkLst>
            <pc:docMk/>
            <pc:sldMk cId="3792333007" sldId="256"/>
            <ac:cxnSpMk id="1163" creationId="{90A69BE2-3D7F-7275-4C9D-FBADA7550EE5}"/>
          </ac:cxnSpMkLst>
        </pc:cxnChg>
        <pc:cxnChg chg="add mod">
          <ac:chgData name="Josiah Gottfried" userId="b741c102-2e63-4904-8956-93354ee26f16" providerId="ADAL" clId="{B4B384B1-B6DB-47AC-B137-B74CE2AF84D6}" dt="2024-04-17T21:32:57.899" v="2164" actId="1036"/>
          <ac:cxnSpMkLst>
            <pc:docMk/>
            <pc:sldMk cId="3792333007" sldId="256"/>
            <ac:cxnSpMk id="1174" creationId="{0A9F9099-6B62-BC3D-55F0-7FE47A7A375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D153E-E604-4ED4-8CAC-DF6433AEE163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CAD99-1CFD-4BFA-A073-50221A3B6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3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AD99-1CFD-4BFA-A073-50221A3B65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2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7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1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7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51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3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3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2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7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2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744092-C840-4F6B-9D03-A8AF86E4255C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2C9A7-1F64-4F5F-8DE1-351DF7742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1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armstransfers.sipri.org/ArmsTransfer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C15724-9396-F443-B691-818E3FFD4E35}"/>
              </a:ext>
            </a:extLst>
          </p:cNvPr>
          <p:cNvCxnSpPr>
            <a:cxnSpLocks/>
            <a:stCxn id="1149" idx="1"/>
          </p:cNvCxnSpPr>
          <p:nvPr/>
        </p:nvCxnSpPr>
        <p:spPr>
          <a:xfrm flipH="1">
            <a:off x="3459844" y="5270139"/>
            <a:ext cx="1807" cy="3735975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1138">
            <a:extLst>
              <a:ext uri="{FF2B5EF4-FFF2-40B4-BE49-F238E27FC236}">
                <a16:creationId xmlns:a16="http://schemas.microsoft.com/office/drawing/2014/main" id="{C9395BD5-5BD9-B300-5244-83F69FA0AFBE}"/>
              </a:ext>
            </a:extLst>
          </p:cNvPr>
          <p:cNvCxnSpPr>
            <a:cxnSpLocks/>
            <a:stCxn id="1086" idx="3"/>
          </p:cNvCxnSpPr>
          <p:nvPr/>
        </p:nvCxnSpPr>
        <p:spPr>
          <a:xfrm flipH="1">
            <a:off x="3459844" y="8300872"/>
            <a:ext cx="196010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AF586DC9-643D-E7EF-DFEA-5865FBC0F6A5}"/>
              </a:ext>
            </a:extLst>
          </p:cNvPr>
          <p:cNvCxnSpPr>
            <a:cxnSpLocks/>
            <a:stCxn id="1075" idx="3"/>
          </p:cNvCxnSpPr>
          <p:nvPr/>
        </p:nvCxnSpPr>
        <p:spPr>
          <a:xfrm flipH="1">
            <a:off x="3459844" y="7415632"/>
            <a:ext cx="196011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>
            <a:extLst>
              <a:ext uri="{FF2B5EF4-FFF2-40B4-BE49-F238E27FC236}">
                <a16:creationId xmlns:a16="http://schemas.microsoft.com/office/drawing/2014/main" id="{56B49B22-77A7-1299-52C9-1CD0C5DB085D}"/>
              </a:ext>
            </a:extLst>
          </p:cNvPr>
          <p:cNvCxnSpPr>
            <a:cxnSpLocks/>
          </p:cNvCxnSpPr>
          <p:nvPr/>
        </p:nvCxnSpPr>
        <p:spPr>
          <a:xfrm flipH="1">
            <a:off x="3464350" y="6527270"/>
            <a:ext cx="197503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2FE3A799-04E4-710A-2C77-B8A01B9A2EFA}"/>
              </a:ext>
            </a:extLst>
          </p:cNvPr>
          <p:cNvCxnSpPr>
            <a:cxnSpLocks/>
            <a:stCxn id="1041" idx="3"/>
          </p:cNvCxnSpPr>
          <p:nvPr/>
        </p:nvCxnSpPr>
        <p:spPr>
          <a:xfrm flipH="1">
            <a:off x="3459844" y="5653777"/>
            <a:ext cx="19610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4EEBA94E-CA0E-503C-C204-F934EFD54BE5}"/>
              </a:ext>
            </a:extLst>
          </p:cNvPr>
          <p:cNvCxnSpPr>
            <a:cxnSpLocks/>
            <a:stCxn id="1106" idx="3"/>
          </p:cNvCxnSpPr>
          <p:nvPr/>
        </p:nvCxnSpPr>
        <p:spPr>
          <a:xfrm flipH="1">
            <a:off x="3459844" y="6076962"/>
            <a:ext cx="5370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Connector 1143">
            <a:extLst>
              <a:ext uri="{FF2B5EF4-FFF2-40B4-BE49-F238E27FC236}">
                <a16:creationId xmlns:a16="http://schemas.microsoft.com/office/drawing/2014/main" id="{00B0C690-7424-21BB-6A90-816B54397555}"/>
              </a:ext>
            </a:extLst>
          </p:cNvPr>
          <p:cNvCxnSpPr>
            <a:cxnSpLocks/>
          </p:cNvCxnSpPr>
          <p:nvPr/>
        </p:nvCxnSpPr>
        <p:spPr>
          <a:xfrm flipH="1">
            <a:off x="3461652" y="8723145"/>
            <a:ext cx="55313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Connector 1136">
            <a:extLst>
              <a:ext uri="{FF2B5EF4-FFF2-40B4-BE49-F238E27FC236}">
                <a16:creationId xmlns:a16="http://schemas.microsoft.com/office/drawing/2014/main" id="{58F3B800-35E4-2A41-6558-B84BB482E155}"/>
              </a:ext>
            </a:extLst>
          </p:cNvPr>
          <p:cNvCxnSpPr>
            <a:cxnSpLocks/>
          </p:cNvCxnSpPr>
          <p:nvPr/>
        </p:nvCxnSpPr>
        <p:spPr>
          <a:xfrm flipH="1">
            <a:off x="3464350" y="7839868"/>
            <a:ext cx="55043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Straight Connector 1131">
            <a:extLst>
              <a:ext uri="{FF2B5EF4-FFF2-40B4-BE49-F238E27FC236}">
                <a16:creationId xmlns:a16="http://schemas.microsoft.com/office/drawing/2014/main" id="{696AC688-F79E-6918-698A-6C9CB4119C41}"/>
              </a:ext>
            </a:extLst>
          </p:cNvPr>
          <p:cNvCxnSpPr>
            <a:cxnSpLocks/>
          </p:cNvCxnSpPr>
          <p:nvPr/>
        </p:nvCxnSpPr>
        <p:spPr>
          <a:xfrm flipH="1">
            <a:off x="3464350" y="6952195"/>
            <a:ext cx="55328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9E388AA-2D4D-72E6-D53B-47A17953873A}"/>
              </a:ext>
            </a:extLst>
          </p:cNvPr>
          <p:cNvSpPr/>
          <p:nvPr/>
        </p:nvSpPr>
        <p:spPr>
          <a:xfrm>
            <a:off x="5419957" y="6275021"/>
            <a:ext cx="1344729" cy="509260"/>
          </a:xfrm>
          <a:prstGeom prst="rect">
            <a:avLst/>
          </a:prstGeom>
          <a:solidFill>
            <a:srgbClr val="F1B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4BBC27BA-1BCC-1163-2A65-E20FC5E3602A}"/>
              </a:ext>
            </a:extLst>
          </p:cNvPr>
          <p:cNvSpPr/>
          <p:nvPr/>
        </p:nvSpPr>
        <p:spPr>
          <a:xfrm>
            <a:off x="5419957" y="6275021"/>
            <a:ext cx="1344721" cy="148671"/>
          </a:xfrm>
          <a:prstGeom prst="rect">
            <a:avLst/>
          </a:prstGeom>
          <a:solidFill>
            <a:srgbClr val="E78A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27AFA053-CCA1-60C4-9BEE-E4EEFAFA620F}"/>
              </a:ext>
            </a:extLst>
          </p:cNvPr>
          <p:cNvSpPr/>
          <p:nvPr/>
        </p:nvSpPr>
        <p:spPr>
          <a:xfrm>
            <a:off x="5419965" y="7161290"/>
            <a:ext cx="1344729" cy="509260"/>
          </a:xfrm>
          <a:prstGeom prst="rect">
            <a:avLst/>
          </a:prstGeom>
          <a:solidFill>
            <a:srgbClr val="C8D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7FA025C5-BC75-72A3-60F7-19DF2ABB96C6}"/>
              </a:ext>
            </a:extLst>
          </p:cNvPr>
          <p:cNvSpPr/>
          <p:nvPr/>
        </p:nvSpPr>
        <p:spPr>
          <a:xfrm>
            <a:off x="5419965" y="7161290"/>
            <a:ext cx="1344721" cy="148671"/>
          </a:xfrm>
          <a:prstGeom prst="rect">
            <a:avLst/>
          </a:prstGeom>
          <a:solidFill>
            <a:srgbClr val="8DA0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C60E365D-E97F-F767-016C-7F9DBE961397}"/>
              </a:ext>
            </a:extLst>
          </p:cNvPr>
          <p:cNvSpPr/>
          <p:nvPr/>
        </p:nvSpPr>
        <p:spPr>
          <a:xfrm>
            <a:off x="5419957" y="8046707"/>
            <a:ext cx="1344729" cy="509260"/>
          </a:xfrm>
          <a:prstGeom prst="rect">
            <a:avLst/>
          </a:prstGeom>
          <a:solidFill>
            <a:srgbClr val="C8D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3742DE9-B8E1-3321-93AB-7F22CC79ABE2}"/>
              </a:ext>
            </a:extLst>
          </p:cNvPr>
          <p:cNvSpPr/>
          <p:nvPr/>
        </p:nvSpPr>
        <p:spPr>
          <a:xfrm>
            <a:off x="5419957" y="8046707"/>
            <a:ext cx="1344721" cy="148671"/>
          </a:xfrm>
          <a:prstGeom prst="rect">
            <a:avLst/>
          </a:prstGeom>
          <a:solidFill>
            <a:srgbClr val="8DA0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CC28F29D-302C-68B4-A962-F8568F46F063}"/>
              </a:ext>
            </a:extLst>
          </p:cNvPr>
          <p:cNvSpPr/>
          <p:nvPr/>
        </p:nvSpPr>
        <p:spPr>
          <a:xfrm>
            <a:off x="3996914" y="5823399"/>
            <a:ext cx="1344729" cy="509260"/>
          </a:xfrm>
          <a:prstGeom prst="rect">
            <a:avLst/>
          </a:prstGeom>
          <a:solidFill>
            <a:srgbClr val="AFD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67282DFE-FCF5-2365-28A7-4D90E678ACF5}"/>
              </a:ext>
            </a:extLst>
          </p:cNvPr>
          <p:cNvSpPr/>
          <p:nvPr/>
        </p:nvSpPr>
        <p:spPr>
          <a:xfrm>
            <a:off x="3996914" y="5823399"/>
            <a:ext cx="1344721" cy="148671"/>
          </a:xfrm>
          <a:prstGeom prst="rect">
            <a:avLst/>
          </a:prstGeom>
          <a:solidFill>
            <a:srgbClr val="66C2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6612262B-8382-11B3-0CB1-A8C3A3579807}"/>
              </a:ext>
            </a:extLst>
          </p:cNvPr>
          <p:cNvSpPr/>
          <p:nvPr/>
        </p:nvSpPr>
        <p:spPr>
          <a:xfrm>
            <a:off x="3996905" y="6699122"/>
            <a:ext cx="1344729" cy="509260"/>
          </a:xfrm>
          <a:prstGeom prst="rect">
            <a:avLst/>
          </a:prstGeom>
          <a:solidFill>
            <a:srgbClr val="AFD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F0B1B9B1-CB88-A495-DCB1-5174086AACAD}"/>
              </a:ext>
            </a:extLst>
          </p:cNvPr>
          <p:cNvSpPr/>
          <p:nvPr/>
        </p:nvSpPr>
        <p:spPr>
          <a:xfrm>
            <a:off x="3996905" y="6699122"/>
            <a:ext cx="1344721" cy="148671"/>
          </a:xfrm>
          <a:prstGeom prst="rect">
            <a:avLst/>
          </a:prstGeom>
          <a:solidFill>
            <a:srgbClr val="66C2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D077A01E-624F-9EA7-46B2-AB7D44BC32CD}"/>
              </a:ext>
            </a:extLst>
          </p:cNvPr>
          <p:cNvSpPr/>
          <p:nvPr/>
        </p:nvSpPr>
        <p:spPr>
          <a:xfrm>
            <a:off x="3996913" y="7585391"/>
            <a:ext cx="1344729" cy="509260"/>
          </a:xfrm>
          <a:prstGeom prst="rect">
            <a:avLst/>
          </a:prstGeom>
          <a:solidFill>
            <a:srgbClr val="F1B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6925451B-2E90-BE36-9C40-8931E9F8BC1E}"/>
              </a:ext>
            </a:extLst>
          </p:cNvPr>
          <p:cNvSpPr/>
          <p:nvPr/>
        </p:nvSpPr>
        <p:spPr>
          <a:xfrm>
            <a:off x="3996913" y="7585391"/>
            <a:ext cx="1344721" cy="148671"/>
          </a:xfrm>
          <a:prstGeom prst="rect">
            <a:avLst/>
          </a:prstGeom>
          <a:solidFill>
            <a:srgbClr val="E78A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B7E9D6C9-EB06-A745-3F7E-84AB8A30955C}"/>
              </a:ext>
            </a:extLst>
          </p:cNvPr>
          <p:cNvSpPr/>
          <p:nvPr/>
        </p:nvSpPr>
        <p:spPr>
          <a:xfrm>
            <a:off x="3996905" y="8470808"/>
            <a:ext cx="1344729" cy="509260"/>
          </a:xfrm>
          <a:prstGeom prst="rect">
            <a:avLst/>
          </a:prstGeom>
          <a:solidFill>
            <a:srgbClr val="AFD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3EFF7F2F-4C62-8EB6-CE22-2C95037EC460}"/>
              </a:ext>
            </a:extLst>
          </p:cNvPr>
          <p:cNvSpPr/>
          <p:nvPr/>
        </p:nvSpPr>
        <p:spPr>
          <a:xfrm>
            <a:off x="3996905" y="8470808"/>
            <a:ext cx="1344721" cy="148671"/>
          </a:xfrm>
          <a:prstGeom prst="rect">
            <a:avLst/>
          </a:prstGeom>
          <a:solidFill>
            <a:srgbClr val="66C2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F154000B-7F35-B662-48E4-7837095CAD6C}"/>
              </a:ext>
            </a:extLst>
          </p:cNvPr>
          <p:cNvSpPr txBox="1"/>
          <p:nvPr/>
        </p:nvSpPr>
        <p:spPr>
          <a:xfrm>
            <a:off x="5419950" y="8008244"/>
            <a:ext cx="1344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2020</a:t>
            </a:r>
          </a:p>
          <a:p>
            <a:r>
              <a:rPr lang="en-US" sz="1000" dirty="0"/>
              <a:t>Australia added to exercise Malabar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0DB4731A-5510-BB99-332B-C5CA52FA455C}"/>
              </a:ext>
            </a:extLst>
          </p:cNvPr>
          <p:cNvSpPr txBox="1"/>
          <p:nvPr/>
        </p:nvSpPr>
        <p:spPr>
          <a:xfrm>
            <a:off x="5419958" y="7122827"/>
            <a:ext cx="134472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2015</a:t>
            </a:r>
          </a:p>
          <a:p>
            <a:r>
              <a:rPr lang="en-US" sz="940" dirty="0"/>
              <a:t>1</a:t>
            </a:r>
            <a:r>
              <a:rPr lang="en-US" sz="940" baseline="30000" dirty="0"/>
              <a:t>st</a:t>
            </a:r>
            <a:r>
              <a:rPr lang="en-US" sz="940" dirty="0"/>
              <a:t> exercise AUSINDEX with Australia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F378E019-34FC-DDB4-768A-B951BC86E012}"/>
              </a:ext>
            </a:extLst>
          </p:cNvPr>
          <p:cNvSpPr txBox="1"/>
          <p:nvPr/>
        </p:nvSpPr>
        <p:spPr>
          <a:xfrm>
            <a:off x="3996906" y="7546928"/>
            <a:ext cx="1344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2015</a:t>
            </a:r>
          </a:p>
          <a:p>
            <a:r>
              <a:rPr lang="en-US" sz="1000" dirty="0"/>
              <a:t>Japan added to exercise Malabar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14FAD182-A987-91E9-A68F-C345BA476EF6}"/>
              </a:ext>
            </a:extLst>
          </p:cNvPr>
          <p:cNvSpPr txBox="1"/>
          <p:nvPr/>
        </p:nvSpPr>
        <p:spPr>
          <a:xfrm>
            <a:off x="5419950" y="6236558"/>
            <a:ext cx="1344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2012</a:t>
            </a:r>
          </a:p>
          <a:p>
            <a:r>
              <a:rPr lang="en-US" sz="1000" dirty="0"/>
              <a:t>1</a:t>
            </a:r>
            <a:r>
              <a:rPr lang="en-US" sz="1000" baseline="30000" dirty="0"/>
              <a:t>st</a:t>
            </a:r>
            <a:r>
              <a:rPr lang="en-US" sz="1000" dirty="0"/>
              <a:t> exercise JIMEX with Japan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43F3EEFC-56F9-8A0D-F2DD-AB0677E3223D}"/>
              </a:ext>
            </a:extLst>
          </p:cNvPr>
          <p:cNvSpPr txBox="1"/>
          <p:nvPr/>
        </p:nvSpPr>
        <p:spPr>
          <a:xfrm>
            <a:off x="3996898" y="6660659"/>
            <a:ext cx="1344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2014</a:t>
            </a:r>
          </a:p>
          <a:p>
            <a:r>
              <a:rPr lang="en-US" sz="1000" dirty="0"/>
              <a:t>Exercise INDRA held annually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6BC65849-24C8-224C-E10C-EF8C8D4487E5}"/>
              </a:ext>
            </a:extLst>
          </p:cNvPr>
          <p:cNvSpPr txBox="1"/>
          <p:nvPr/>
        </p:nvSpPr>
        <p:spPr>
          <a:xfrm>
            <a:off x="3996898" y="8432345"/>
            <a:ext cx="1344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2021</a:t>
            </a:r>
          </a:p>
          <a:p>
            <a:r>
              <a:rPr lang="en-US" sz="1000" dirty="0"/>
              <a:t>Exercise INDRA postponed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E7C6C413-F899-562D-0F67-26DF9D73280C}"/>
              </a:ext>
            </a:extLst>
          </p:cNvPr>
          <p:cNvSpPr txBox="1"/>
          <p:nvPr/>
        </p:nvSpPr>
        <p:spPr>
          <a:xfrm>
            <a:off x="3996907" y="5784936"/>
            <a:ext cx="1344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2003</a:t>
            </a:r>
          </a:p>
          <a:p>
            <a:r>
              <a:rPr lang="en-US" sz="1000" dirty="0"/>
              <a:t>1</a:t>
            </a:r>
            <a:r>
              <a:rPr lang="en-US" sz="1000" baseline="30000" dirty="0"/>
              <a:t>st</a:t>
            </a:r>
            <a:r>
              <a:rPr lang="en-US" sz="1000" dirty="0"/>
              <a:t> exercise INDRA with Russia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AFB6B-9525-B781-5CCA-1E32A9188128}"/>
              </a:ext>
            </a:extLst>
          </p:cNvPr>
          <p:cNvSpPr/>
          <p:nvPr/>
        </p:nvSpPr>
        <p:spPr>
          <a:xfrm>
            <a:off x="5419966" y="5399298"/>
            <a:ext cx="1344729" cy="509260"/>
          </a:xfrm>
          <a:prstGeom prst="rect">
            <a:avLst/>
          </a:prstGeom>
          <a:solidFill>
            <a:srgbClr val="FDC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B44BEE27-CDA5-0FB5-BF1B-8C71F6E6D8E9}"/>
              </a:ext>
            </a:extLst>
          </p:cNvPr>
          <p:cNvSpPr/>
          <p:nvPr/>
        </p:nvSpPr>
        <p:spPr>
          <a:xfrm>
            <a:off x="5419966" y="5399298"/>
            <a:ext cx="1344721" cy="148671"/>
          </a:xfrm>
          <a:prstGeom prst="rect">
            <a:avLst/>
          </a:prstGeom>
          <a:solidFill>
            <a:srgbClr val="FC8D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AD3140F8-7865-2881-BE6D-29B35414091F}"/>
              </a:ext>
            </a:extLst>
          </p:cNvPr>
          <p:cNvSpPr txBox="1"/>
          <p:nvPr/>
        </p:nvSpPr>
        <p:spPr>
          <a:xfrm>
            <a:off x="5419959" y="5360835"/>
            <a:ext cx="1344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1992</a:t>
            </a:r>
          </a:p>
          <a:p>
            <a:r>
              <a:rPr lang="en-US" sz="1000" dirty="0"/>
              <a:t>1</a:t>
            </a:r>
            <a:r>
              <a:rPr lang="en-US" sz="1000" baseline="30000" dirty="0"/>
              <a:t>st</a:t>
            </a:r>
            <a:r>
              <a:rPr lang="en-US" sz="1000" dirty="0"/>
              <a:t> annual exercise Malabar with U.S.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688A2E8-6F51-169F-1479-472340E96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" y="94478"/>
            <a:ext cx="6673238" cy="396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Indian Navy’s Shifting Alignments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D713AC43-B0E4-87E8-7BF5-9D46CBA59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" y="889731"/>
            <a:ext cx="6689567" cy="283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Diversification of Naval Arms Suppliers (1964-2023)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821C983-5E00-365B-45AF-00E12D508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61" y="4798268"/>
            <a:ext cx="6711564" cy="327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Joint Naval Exercises with Quad Outpace Joint Naval Exercises with Russia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62D5369D-D1CF-3E60-1BBA-D1B196BA3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" y="5074281"/>
            <a:ext cx="3337560" cy="635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number of Indian Navy exercises with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Quad states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increased</a:t>
            </a:r>
            <a:r>
              <a:rPr lang="en-US" altLang="en-US" sz="1200" dirty="0">
                <a:solidFill>
                  <a:srgbClr val="000000"/>
                </a:solidFill>
                <a:latin typeface="Aptos" panose="020B0004020202020204" pitchFamily="34" charset="0"/>
              </a:rPr>
              <a:t> from 2017-2023, while exercise INDRA with Russia has not been held since 2021.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92407-A9EC-B65A-0CF0-5B949C15870B}"/>
              </a:ext>
            </a:extLst>
          </p:cNvPr>
          <p:cNvSpPr txBox="1"/>
          <p:nvPr/>
        </p:nvSpPr>
        <p:spPr>
          <a:xfrm>
            <a:off x="91440" y="4392371"/>
            <a:ext cx="6689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Note: Western Europe includes Denmark, France, Germany, Italy, Netherlands, Germany, Spain, Sweden, and the UK</a:t>
            </a:r>
          </a:p>
          <a:p>
            <a:r>
              <a:rPr lang="en-US" sz="1000" dirty="0"/>
              <a:t>Source: SIPRI. Arms Transfers Database, 11 March 2024. </a:t>
            </a:r>
            <a:r>
              <a:rPr lang="en-US" sz="1000" dirty="0">
                <a:hlinkClick r:id="rId3"/>
              </a:rPr>
              <a:t>https://armstransfers.sipri.org/ArmsTransfer/</a:t>
            </a:r>
            <a:r>
              <a:rPr lang="en-US" sz="1000" dirty="0"/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2910E3-D890-DD30-3609-A327F20BA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" y="1662784"/>
            <a:ext cx="6630145" cy="27916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72D6CB-711D-8F76-D7EC-F5FE3EEA13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" y="5658019"/>
            <a:ext cx="3205239" cy="3127063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1E6AFAC5-54EE-7623-2FC2-677935EC62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041" y="5964816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67" name="Isosceles Triangle 1066">
            <a:extLst>
              <a:ext uri="{FF2B5EF4-FFF2-40B4-BE49-F238E27FC236}">
                <a16:creationId xmlns:a16="http://schemas.microsoft.com/office/drawing/2014/main" id="{BF0A7B10-F65F-FA9C-7955-2DF69C723C5F}"/>
              </a:ext>
            </a:extLst>
          </p:cNvPr>
          <p:cNvSpPr/>
          <p:nvPr/>
        </p:nvSpPr>
        <p:spPr>
          <a:xfrm rot="16200000">
            <a:off x="5270841" y="6469982"/>
            <a:ext cx="179806" cy="118405"/>
          </a:xfrm>
          <a:prstGeom prst="triangle">
            <a:avLst/>
          </a:prstGeom>
          <a:solidFill>
            <a:srgbClr val="F1B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Isosceles Triangle 1074">
            <a:extLst>
              <a:ext uri="{FF2B5EF4-FFF2-40B4-BE49-F238E27FC236}">
                <a16:creationId xmlns:a16="http://schemas.microsoft.com/office/drawing/2014/main" id="{147FD09B-FC83-189D-AD43-AC8527C16501}"/>
              </a:ext>
            </a:extLst>
          </p:cNvPr>
          <p:cNvSpPr/>
          <p:nvPr/>
        </p:nvSpPr>
        <p:spPr>
          <a:xfrm rot="16200000">
            <a:off x="5270849" y="7356429"/>
            <a:ext cx="179806" cy="118405"/>
          </a:xfrm>
          <a:prstGeom prst="triangle">
            <a:avLst/>
          </a:prstGeom>
          <a:solidFill>
            <a:srgbClr val="C8D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Isosceles Triangle 1085">
            <a:extLst>
              <a:ext uri="{FF2B5EF4-FFF2-40B4-BE49-F238E27FC236}">
                <a16:creationId xmlns:a16="http://schemas.microsoft.com/office/drawing/2014/main" id="{26527455-FBA0-15B0-F057-8DE1CBA238AB}"/>
              </a:ext>
            </a:extLst>
          </p:cNvPr>
          <p:cNvSpPr/>
          <p:nvPr/>
        </p:nvSpPr>
        <p:spPr>
          <a:xfrm rot="16200000">
            <a:off x="5270841" y="8241669"/>
            <a:ext cx="179806" cy="118405"/>
          </a:xfrm>
          <a:prstGeom prst="triangle">
            <a:avLst/>
          </a:prstGeom>
          <a:solidFill>
            <a:srgbClr val="C8D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Isosceles Triangle 1105">
            <a:extLst>
              <a:ext uri="{FF2B5EF4-FFF2-40B4-BE49-F238E27FC236}">
                <a16:creationId xmlns:a16="http://schemas.microsoft.com/office/drawing/2014/main" id="{4069C50F-BA21-3B73-5999-15FC31E1B250}"/>
              </a:ext>
            </a:extLst>
          </p:cNvPr>
          <p:cNvSpPr/>
          <p:nvPr/>
        </p:nvSpPr>
        <p:spPr>
          <a:xfrm rot="16200000">
            <a:off x="3847793" y="6017759"/>
            <a:ext cx="179806" cy="118405"/>
          </a:xfrm>
          <a:prstGeom prst="triangle">
            <a:avLst/>
          </a:prstGeom>
          <a:solidFill>
            <a:srgbClr val="AFD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0" name="Isosceles Triangle 1109">
            <a:extLst>
              <a:ext uri="{FF2B5EF4-FFF2-40B4-BE49-F238E27FC236}">
                <a16:creationId xmlns:a16="http://schemas.microsoft.com/office/drawing/2014/main" id="{3CDA08CC-A234-6A46-4685-C3D12D02B2C9}"/>
              </a:ext>
            </a:extLst>
          </p:cNvPr>
          <p:cNvSpPr/>
          <p:nvPr/>
        </p:nvSpPr>
        <p:spPr>
          <a:xfrm rot="16200000">
            <a:off x="3848464" y="6893872"/>
            <a:ext cx="179806" cy="118405"/>
          </a:xfrm>
          <a:prstGeom prst="triangle">
            <a:avLst/>
          </a:prstGeom>
          <a:solidFill>
            <a:srgbClr val="AFD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4" name="Isosceles Triangle 1113">
            <a:extLst>
              <a:ext uri="{FF2B5EF4-FFF2-40B4-BE49-F238E27FC236}">
                <a16:creationId xmlns:a16="http://schemas.microsoft.com/office/drawing/2014/main" id="{6A4C2941-8435-112C-5649-150AA446F794}"/>
              </a:ext>
            </a:extLst>
          </p:cNvPr>
          <p:cNvSpPr/>
          <p:nvPr/>
        </p:nvSpPr>
        <p:spPr>
          <a:xfrm rot="16200000">
            <a:off x="3848567" y="7780667"/>
            <a:ext cx="179806" cy="118405"/>
          </a:xfrm>
          <a:prstGeom prst="triangle">
            <a:avLst/>
          </a:prstGeom>
          <a:solidFill>
            <a:srgbClr val="F1B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Isosceles Triangle 1117">
            <a:extLst>
              <a:ext uri="{FF2B5EF4-FFF2-40B4-BE49-F238E27FC236}">
                <a16:creationId xmlns:a16="http://schemas.microsoft.com/office/drawing/2014/main" id="{6F10BAD1-9D3E-CBC3-F74B-5C3A113DF76E}"/>
              </a:ext>
            </a:extLst>
          </p:cNvPr>
          <p:cNvSpPr/>
          <p:nvPr/>
        </p:nvSpPr>
        <p:spPr>
          <a:xfrm rot="16200000">
            <a:off x="3848464" y="8669357"/>
            <a:ext cx="179806" cy="118405"/>
          </a:xfrm>
          <a:prstGeom prst="triangle">
            <a:avLst/>
          </a:prstGeom>
          <a:solidFill>
            <a:srgbClr val="AFD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9" name="Picture 1118">
            <a:extLst>
              <a:ext uri="{FF2B5EF4-FFF2-40B4-BE49-F238E27FC236}">
                <a16:creationId xmlns:a16="http://schemas.microsoft.com/office/drawing/2014/main" id="{B996ED36-B19E-04CF-673E-22263C9354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0236" y="6423004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21" name="Picture 1120">
            <a:extLst>
              <a:ext uri="{FF2B5EF4-FFF2-40B4-BE49-F238E27FC236}">
                <a16:creationId xmlns:a16="http://schemas.microsoft.com/office/drawing/2014/main" id="{CAE5ADD5-5527-849C-C64B-4315E6D9D6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0235" y="7307186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042" name="Picture 1041" descr="A flag in a circle&#10;&#10;Description automatically generated">
            <a:extLst>
              <a:ext uri="{FF2B5EF4-FFF2-40B4-BE49-F238E27FC236}">
                <a16:creationId xmlns:a16="http://schemas.microsoft.com/office/drawing/2014/main" id="{E9DFCB1E-F00D-88FC-8109-A07E6FE0DE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234" y="5553174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6F83A4A1-9E48-B191-3966-0461730650D4}"/>
              </a:ext>
            </a:extLst>
          </p:cNvPr>
          <p:cNvSpPr/>
          <p:nvPr/>
        </p:nvSpPr>
        <p:spPr>
          <a:xfrm rot="16200000">
            <a:off x="5271815" y="5594574"/>
            <a:ext cx="179806" cy="118405"/>
          </a:xfrm>
          <a:prstGeom prst="triangle">
            <a:avLst/>
          </a:prstGeom>
          <a:solidFill>
            <a:srgbClr val="FDC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3" name="Picture 1132">
            <a:extLst>
              <a:ext uri="{FF2B5EF4-FFF2-40B4-BE49-F238E27FC236}">
                <a16:creationId xmlns:a16="http://schemas.microsoft.com/office/drawing/2014/main" id="{6109EF81-A98F-B002-992E-7E0F3B8B46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0234" y="6839133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38" name="Picture 1137">
            <a:extLst>
              <a:ext uri="{FF2B5EF4-FFF2-40B4-BE49-F238E27FC236}">
                <a16:creationId xmlns:a16="http://schemas.microsoft.com/office/drawing/2014/main" id="{5835D45E-15FE-A403-81E5-E2CBE9FC31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8903" y="7734224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43" name="Picture 1142">
            <a:extLst>
              <a:ext uri="{FF2B5EF4-FFF2-40B4-BE49-F238E27FC236}">
                <a16:creationId xmlns:a16="http://schemas.microsoft.com/office/drawing/2014/main" id="{F1BA8192-AFE2-7E58-96D3-A511F84A60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8902" y="8196938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45" name="Picture 1144">
            <a:extLst>
              <a:ext uri="{FF2B5EF4-FFF2-40B4-BE49-F238E27FC236}">
                <a16:creationId xmlns:a16="http://schemas.microsoft.com/office/drawing/2014/main" id="{638D3A71-0B76-397D-5ECC-367BC9E87C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403" y="8611887"/>
            <a:ext cx="214689" cy="214689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49" name="TextBox 1148">
            <a:extLst>
              <a:ext uri="{FF2B5EF4-FFF2-40B4-BE49-F238E27FC236}">
                <a16:creationId xmlns:a16="http://schemas.microsoft.com/office/drawing/2014/main" id="{446ED4C7-797B-D60F-4345-300E90E7EDC2}"/>
              </a:ext>
            </a:extLst>
          </p:cNvPr>
          <p:cNvSpPr txBox="1"/>
          <p:nvPr/>
        </p:nvSpPr>
        <p:spPr>
          <a:xfrm>
            <a:off x="3461651" y="5116250"/>
            <a:ext cx="2204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Timeline of key exercises</a:t>
            </a:r>
          </a:p>
        </p:txBody>
      </p:sp>
      <p:cxnSp>
        <p:nvCxnSpPr>
          <p:cNvPr id="1163" name="Straight Connector 1162">
            <a:extLst>
              <a:ext uri="{FF2B5EF4-FFF2-40B4-BE49-F238E27FC236}">
                <a16:creationId xmlns:a16="http://schemas.microsoft.com/office/drawing/2014/main" id="{90A69BE2-3D7F-7275-4C9D-FBADA7550EE5}"/>
              </a:ext>
            </a:extLst>
          </p:cNvPr>
          <p:cNvCxnSpPr>
            <a:cxnSpLocks/>
          </p:cNvCxnSpPr>
          <p:nvPr/>
        </p:nvCxnSpPr>
        <p:spPr>
          <a:xfrm>
            <a:off x="91440" y="4776152"/>
            <a:ext cx="66895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6" name="Text Box 6">
            <a:extLst>
              <a:ext uri="{FF2B5EF4-FFF2-40B4-BE49-F238E27FC236}">
                <a16:creationId xmlns:a16="http://schemas.microsoft.com/office/drawing/2014/main" id="{F72C9727-0E84-7871-8C2A-A64F14EF4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" y="1178771"/>
            <a:ext cx="6661399" cy="436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200" dirty="0"/>
              <a:t>After decades of dependence on Russia, the Indian Navy is shifting toward Western European and U.S. suppliers.</a:t>
            </a:r>
            <a:endParaRPr lang="en-US" sz="1200" dirty="0"/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B3DFAE3D-0C4C-4F32-0AA5-0D848C1B1C13}"/>
              </a:ext>
            </a:extLst>
          </p:cNvPr>
          <p:cNvSpPr txBox="1"/>
          <p:nvPr/>
        </p:nvSpPr>
        <p:spPr>
          <a:xfrm>
            <a:off x="91440" y="8730090"/>
            <a:ext cx="329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Author’s count, based on official press releases, official social media accounts, and news articles</a:t>
            </a:r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0A9F9099-6B62-BC3D-55F0-7FE47A7A375B}"/>
              </a:ext>
            </a:extLst>
          </p:cNvPr>
          <p:cNvCxnSpPr>
            <a:cxnSpLocks/>
          </p:cNvCxnSpPr>
          <p:nvPr/>
        </p:nvCxnSpPr>
        <p:spPr>
          <a:xfrm>
            <a:off x="91440" y="870725"/>
            <a:ext cx="66895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5" name="Text Box 6">
            <a:extLst>
              <a:ext uri="{FF2B5EF4-FFF2-40B4-BE49-F238E27FC236}">
                <a16:creationId xmlns:a16="http://schemas.microsoft.com/office/drawing/2014/main" id="{17C341D5-215B-44EC-D70D-15C259C35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" y="417166"/>
            <a:ext cx="6661399" cy="436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200" dirty="0"/>
              <a:t>Data from India’s naval imports and joint exercises show that India’s maritime alignment with the Quad is increasing, while its maritime alignment with Russia is decreasing.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9233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218</Words>
  <Application>Microsoft Office PowerPoint</Application>
  <PresentationFormat>Letter Paper (8.5x11 in)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Gottfried</dc:creator>
  <cp:lastModifiedBy>Josiah Gottfried</cp:lastModifiedBy>
  <cp:revision>1</cp:revision>
  <dcterms:created xsi:type="dcterms:W3CDTF">2024-04-17T03:13:03Z</dcterms:created>
  <dcterms:modified xsi:type="dcterms:W3CDTF">2024-05-01T16:44:41Z</dcterms:modified>
</cp:coreProperties>
</file>