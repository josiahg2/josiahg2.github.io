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E879D4-7E6C-4B3C-A58C-493AB6BC76BC}" v="55" dt="2024-04-17T22:40:16.5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4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iah Gottfried" userId="b741c102-2e63-4904-8956-93354ee26f16" providerId="ADAL" clId="{D5E879D4-7E6C-4B3C-A58C-493AB6BC76BC}"/>
    <pc:docChg chg="undo redo custSel addSld modSld">
      <pc:chgData name="Josiah Gottfried" userId="b741c102-2e63-4904-8956-93354ee26f16" providerId="ADAL" clId="{D5E879D4-7E6C-4B3C-A58C-493AB6BC76BC}" dt="2024-04-17T22:40:39.231" v="3117" actId="1076"/>
      <pc:docMkLst>
        <pc:docMk/>
      </pc:docMkLst>
      <pc:sldChg chg="addSp modSp new mod setBg">
        <pc:chgData name="Josiah Gottfried" userId="b741c102-2e63-4904-8956-93354ee26f16" providerId="ADAL" clId="{D5E879D4-7E6C-4B3C-A58C-493AB6BC76BC}" dt="2024-04-17T21:53:21.068" v="1951" actId="26606"/>
        <pc:sldMkLst>
          <pc:docMk/>
          <pc:sldMk cId="2455513342" sldId="256"/>
        </pc:sldMkLst>
        <pc:spChg chg="mod">
          <ac:chgData name="Josiah Gottfried" userId="b741c102-2e63-4904-8956-93354ee26f16" providerId="ADAL" clId="{D5E879D4-7E6C-4B3C-A58C-493AB6BC76BC}" dt="2024-04-17T21:53:21.068" v="1951" actId="26606"/>
          <ac:spMkLst>
            <pc:docMk/>
            <pc:sldMk cId="2455513342" sldId="256"/>
            <ac:spMk id="2" creationId="{6F7FD74A-2C9E-1B38-5CB2-449B946813AA}"/>
          </ac:spMkLst>
        </pc:spChg>
        <pc:spChg chg="mod">
          <ac:chgData name="Josiah Gottfried" userId="b741c102-2e63-4904-8956-93354ee26f16" providerId="ADAL" clId="{D5E879D4-7E6C-4B3C-A58C-493AB6BC76BC}" dt="2024-04-17T21:53:21.068" v="1951" actId="26606"/>
          <ac:spMkLst>
            <pc:docMk/>
            <pc:sldMk cId="2455513342" sldId="256"/>
            <ac:spMk id="3" creationId="{B127AC21-697C-1054-B4C6-7D021F02D6FA}"/>
          </ac:spMkLst>
        </pc:spChg>
        <pc:spChg chg="add">
          <ac:chgData name="Josiah Gottfried" userId="b741c102-2e63-4904-8956-93354ee26f16" providerId="ADAL" clId="{D5E879D4-7E6C-4B3C-A58C-493AB6BC76BC}" dt="2024-04-17T21:53:21.068" v="1951" actId="26606"/>
          <ac:spMkLst>
            <pc:docMk/>
            <pc:sldMk cId="2455513342" sldId="256"/>
            <ac:spMk id="10" creationId="{6F828D28-8E09-41CC-8229-3070B5467A96}"/>
          </ac:spMkLst>
        </pc:spChg>
        <pc:spChg chg="add">
          <ac:chgData name="Josiah Gottfried" userId="b741c102-2e63-4904-8956-93354ee26f16" providerId="ADAL" clId="{D5E879D4-7E6C-4B3C-A58C-493AB6BC76BC}" dt="2024-04-17T21:53:21.068" v="1951" actId="26606"/>
          <ac:spMkLst>
            <pc:docMk/>
            <pc:sldMk cId="2455513342" sldId="256"/>
            <ac:spMk id="12" creationId="{D5B012D8-7F27-4758-9AC6-C889B154BD73}"/>
          </ac:spMkLst>
        </pc:spChg>
        <pc:spChg chg="add">
          <ac:chgData name="Josiah Gottfried" userId="b741c102-2e63-4904-8956-93354ee26f16" providerId="ADAL" clId="{D5E879D4-7E6C-4B3C-A58C-493AB6BC76BC}" dt="2024-04-17T21:53:21.068" v="1951" actId="26606"/>
          <ac:spMkLst>
            <pc:docMk/>
            <pc:sldMk cId="2455513342" sldId="256"/>
            <ac:spMk id="14" creationId="{4063B759-00FC-46D1-9898-8E8625268FAF}"/>
          </ac:spMkLst>
        </pc:spChg>
        <pc:picChg chg="add mod ord">
          <ac:chgData name="Josiah Gottfried" userId="b741c102-2e63-4904-8956-93354ee26f16" providerId="ADAL" clId="{D5E879D4-7E6C-4B3C-A58C-493AB6BC76BC}" dt="2024-04-17T21:53:21.068" v="1951" actId="26606"/>
          <ac:picMkLst>
            <pc:docMk/>
            <pc:sldMk cId="2455513342" sldId="256"/>
            <ac:picMk id="5" creationId="{77FAE700-FD64-D4E3-5919-947D74D04AAF}"/>
          </ac:picMkLst>
        </pc:picChg>
      </pc:sldChg>
      <pc:sldChg chg="addSp delSp modSp new mod setBg">
        <pc:chgData name="Josiah Gottfried" userId="b741c102-2e63-4904-8956-93354ee26f16" providerId="ADAL" clId="{D5E879D4-7E6C-4B3C-A58C-493AB6BC76BC}" dt="2024-04-17T17:54:45.257" v="10" actId="26606"/>
        <pc:sldMkLst>
          <pc:docMk/>
          <pc:sldMk cId="2288483281" sldId="257"/>
        </pc:sldMkLst>
        <pc:spChg chg="del">
          <ac:chgData name="Josiah Gottfried" userId="b741c102-2e63-4904-8956-93354ee26f16" providerId="ADAL" clId="{D5E879D4-7E6C-4B3C-A58C-493AB6BC76BC}" dt="2024-04-17T17:36:13.398" v="2" actId="478"/>
          <ac:spMkLst>
            <pc:docMk/>
            <pc:sldMk cId="2288483281" sldId="257"/>
            <ac:spMk id="2" creationId="{4ADB409D-C4D5-6AB3-7199-3B1E8DD71309}"/>
          </ac:spMkLst>
        </pc:spChg>
        <pc:spChg chg="del">
          <ac:chgData name="Josiah Gottfried" userId="b741c102-2e63-4904-8956-93354ee26f16" providerId="ADAL" clId="{D5E879D4-7E6C-4B3C-A58C-493AB6BC76BC}" dt="2024-04-17T17:36:13.398" v="2" actId="478"/>
          <ac:spMkLst>
            <pc:docMk/>
            <pc:sldMk cId="2288483281" sldId="257"/>
            <ac:spMk id="3" creationId="{E4051496-E71F-73E2-FB39-F77A8A103543}"/>
          </ac:spMkLst>
        </pc:spChg>
        <pc:spChg chg="add">
          <ac:chgData name="Josiah Gottfried" userId="b741c102-2e63-4904-8956-93354ee26f16" providerId="ADAL" clId="{D5E879D4-7E6C-4B3C-A58C-493AB6BC76BC}" dt="2024-04-17T17:54:45.257" v="10" actId="26606"/>
          <ac:spMkLst>
            <pc:docMk/>
            <pc:sldMk cId="2288483281" sldId="257"/>
            <ac:spMk id="10" creationId="{42A4FC2C-047E-45A5-965D-8E1E3BF09BC6}"/>
          </ac:spMkLst>
        </pc:spChg>
        <pc:spChg chg="add del">
          <ac:chgData name="Josiah Gottfried" userId="b741c102-2e63-4904-8956-93354ee26f16" providerId="ADAL" clId="{D5E879D4-7E6C-4B3C-A58C-493AB6BC76BC}" dt="2024-04-17T17:36:42.124" v="5" actId="26606"/>
          <ac:spMkLst>
            <pc:docMk/>
            <pc:sldMk cId="2288483281" sldId="257"/>
            <ac:spMk id="1031" creationId="{42A4FC2C-047E-45A5-965D-8E1E3BF09BC6}"/>
          </ac:spMkLst>
        </pc:spChg>
        <pc:picChg chg="add mod">
          <ac:chgData name="Josiah Gottfried" userId="b741c102-2e63-4904-8956-93354ee26f16" providerId="ADAL" clId="{D5E879D4-7E6C-4B3C-A58C-493AB6BC76BC}" dt="2024-04-17T17:54:45.257" v="10" actId="26606"/>
          <ac:picMkLst>
            <pc:docMk/>
            <pc:sldMk cId="2288483281" sldId="257"/>
            <ac:picMk id="5" creationId="{4D92FB44-378A-4948-D9CF-E86E7A224BF1}"/>
          </ac:picMkLst>
        </pc:picChg>
        <pc:picChg chg="add del mod">
          <ac:chgData name="Josiah Gottfried" userId="b741c102-2e63-4904-8956-93354ee26f16" providerId="ADAL" clId="{D5E879D4-7E6C-4B3C-A58C-493AB6BC76BC}" dt="2024-04-17T17:54:41.266" v="6" actId="478"/>
          <ac:picMkLst>
            <pc:docMk/>
            <pc:sldMk cId="2288483281" sldId="257"/>
            <ac:picMk id="1026" creationId="{EB4BE9A8-1F25-4857-B36F-3C6D3ECD6AA9}"/>
          </ac:picMkLst>
        </pc:picChg>
      </pc:sldChg>
      <pc:sldChg chg="addSp delSp modSp new mod setBg">
        <pc:chgData name="Josiah Gottfried" userId="b741c102-2e63-4904-8956-93354ee26f16" providerId="ADAL" clId="{D5E879D4-7E6C-4B3C-A58C-493AB6BC76BC}" dt="2024-04-17T21:16:55.831" v="1445" actId="478"/>
        <pc:sldMkLst>
          <pc:docMk/>
          <pc:sldMk cId="1052901717" sldId="258"/>
        </pc:sldMkLst>
        <pc:spChg chg="del">
          <ac:chgData name="Josiah Gottfried" userId="b741c102-2e63-4904-8956-93354ee26f16" providerId="ADAL" clId="{D5E879D4-7E6C-4B3C-A58C-493AB6BC76BC}" dt="2024-04-17T18:13:03.724" v="12" actId="478"/>
          <ac:spMkLst>
            <pc:docMk/>
            <pc:sldMk cId="1052901717" sldId="258"/>
            <ac:spMk id="2" creationId="{D1165EB7-3D86-06C3-95D6-8E59085E14F8}"/>
          </ac:spMkLst>
        </pc:spChg>
        <pc:spChg chg="del">
          <ac:chgData name="Josiah Gottfried" userId="b741c102-2e63-4904-8956-93354ee26f16" providerId="ADAL" clId="{D5E879D4-7E6C-4B3C-A58C-493AB6BC76BC}" dt="2024-04-17T18:13:03.724" v="12" actId="478"/>
          <ac:spMkLst>
            <pc:docMk/>
            <pc:sldMk cId="1052901717" sldId="258"/>
            <ac:spMk id="3" creationId="{20E07248-8123-BFE4-A085-06FBE4235165}"/>
          </ac:spMkLst>
        </pc:spChg>
        <pc:spChg chg="add mod">
          <ac:chgData name="Josiah Gottfried" userId="b741c102-2e63-4904-8956-93354ee26f16" providerId="ADAL" clId="{D5E879D4-7E6C-4B3C-A58C-493AB6BC76BC}" dt="2024-04-17T21:16:53.023" v="1444" actId="14100"/>
          <ac:spMkLst>
            <pc:docMk/>
            <pc:sldMk cId="1052901717" sldId="258"/>
            <ac:spMk id="6" creationId="{B9B82C58-6BDF-BFE5-FF75-56CCA870E68C}"/>
          </ac:spMkLst>
        </pc:spChg>
        <pc:spChg chg="add del">
          <ac:chgData name="Josiah Gottfried" userId="b741c102-2e63-4904-8956-93354ee26f16" providerId="ADAL" clId="{D5E879D4-7E6C-4B3C-A58C-493AB6BC76BC}" dt="2024-04-17T18:16:09.502" v="94" actId="26606"/>
          <ac:spMkLst>
            <pc:docMk/>
            <pc:sldMk cId="1052901717" sldId="258"/>
            <ac:spMk id="10" creationId="{42A4FC2C-047E-45A5-965D-8E1E3BF09BC6}"/>
          </ac:spMkLst>
        </pc:spChg>
        <pc:spChg chg="add mod">
          <ac:chgData name="Josiah Gottfried" userId="b741c102-2e63-4904-8956-93354ee26f16" providerId="ADAL" clId="{D5E879D4-7E6C-4B3C-A58C-493AB6BC76BC}" dt="2024-04-17T18:45:27.141" v="364" actId="14100"/>
          <ac:spMkLst>
            <pc:docMk/>
            <pc:sldMk cId="1052901717" sldId="258"/>
            <ac:spMk id="11" creationId="{3522470C-E44C-2226-6BF2-712781CD7475}"/>
          </ac:spMkLst>
        </pc:spChg>
        <pc:spChg chg="add mod ord">
          <ac:chgData name="Josiah Gottfried" userId="b741c102-2e63-4904-8956-93354ee26f16" providerId="ADAL" clId="{D5E879D4-7E6C-4B3C-A58C-493AB6BC76BC}" dt="2024-04-17T21:13:35.872" v="1370" actId="166"/>
          <ac:spMkLst>
            <pc:docMk/>
            <pc:sldMk cId="1052901717" sldId="258"/>
            <ac:spMk id="12" creationId="{B5C416CA-09E1-CA78-AFC4-FBD228225354}"/>
          </ac:spMkLst>
        </pc:spChg>
        <pc:picChg chg="add mod modCrop">
          <ac:chgData name="Josiah Gottfried" userId="b741c102-2e63-4904-8956-93354ee26f16" providerId="ADAL" clId="{D5E879D4-7E6C-4B3C-A58C-493AB6BC76BC}" dt="2024-04-17T18:45:27.141" v="364" actId="14100"/>
          <ac:picMkLst>
            <pc:docMk/>
            <pc:sldMk cId="1052901717" sldId="258"/>
            <ac:picMk id="5" creationId="{53766ABE-F0E6-A5B4-8EED-F687C261829A}"/>
          </ac:picMkLst>
        </pc:picChg>
        <pc:picChg chg="add del mod ord modCrop">
          <ac:chgData name="Josiah Gottfried" userId="b741c102-2e63-4904-8956-93354ee26f16" providerId="ADAL" clId="{D5E879D4-7E6C-4B3C-A58C-493AB6BC76BC}" dt="2024-04-17T21:16:55.831" v="1445" actId="478"/>
          <ac:picMkLst>
            <pc:docMk/>
            <pc:sldMk cId="1052901717" sldId="258"/>
            <ac:picMk id="7" creationId="{AE6DCD39-5A74-31BF-34DB-8E6FB914702A}"/>
          </ac:picMkLst>
        </pc:picChg>
        <pc:picChg chg="add mod modCrop">
          <ac:chgData name="Josiah Gottfried" userId="b741c102-2e63-4904-8956-93354ee26f16" providerId="ADAL" clId="{D5E879D4-7E6C-4B3C-A58C-493AB6BC76BC}" dt="2024-04-17T18:45:27.141" v="364" actId="14100"/>
          <ac:picMkLst>
            <pc:docMk/>
            <pc:sldMk cId="1052901717" sldId="258"/>
            <ac:picMk id="8" creationId="{039C28D8-3757-8F15-A8E5-6B7591214CBE}"/>
          </ac:picMkLst>
        </pc:picChg>
        <pc:picChg chg="add mod modCrop">
          <ac:chgData name="Josiah Gottfried" userId="b741c102-2e63-4904-8956-93354ee26f16" providerId="ADAL" clId="{D5E879D4-7E6C-4B3C-A58C-493AB6BC76BC}" dt="2024-04-17T18:45:27.141" v="364" actId="14100"/>
          <ac:picMkLst>
            <pc:docMk/>
            <pc:sldMk cId="1052901717" sldId="258"/>
            <ac:picMk id="9" creationId="{E404DB83-0323-D788-44D0-2A256921B80F}"/>
          </ac:picMkLst>
        </pc:picChg>
        <pc:picChg chg="add del mod">
          <ac:chgData name="Josiah Gottfried" userId="b741c102-2e63-4904-8956-93354ee26f16" providerId="ADAL" clId="{D5E879D4-7E6C-4B3C-A58C-493AB6BC76BC}" dt="2024-04-17T18:28:26.889" v="219" actId="478"/>
          <ac:picMkLst>
            <pc:docMk/>
            <pc:sldMk cId="1052901717" sldId="258"/>
            <ac:picMk id="13" creationId="{6BAD5AA0-30AD-5FAB-71BE-A24820E3D586}"/>
          </ac:picMkLst>
        </pc:picChg>
        <pc:picChg chg="add mod">
          <ac:chgData name="Josiah Gottfried" userId="b741c102-2e63-4904-8956-93354ee26f16" providerId="ADAL" clId="{D5E879D4-7E6C-4B3C-A58C-493AB6BC76BC}" dt="2024-04-17T21:13:23.531" v="1369" actId="14100"/>
          <ac:picMkLst>
            <pc:docMk/>
            <pc:sldMk cId="1052901717" sldId="258"/>
            <ac:picMk id="14" creationId="{1DDC3668-29D4-C009-C9F0-5262C9B21C00}"/>
          </ac:picMkLst>
        </pc:picChg>
      </pc:sldChg>
      <pc:sldChg chg="addSp delSp modSp new mod">
        <pc:chgData name="Josiah Gottfried" userId="b741c102-2e63-4904-8956-93354ee26f16" providerId="ADAL" clId="{D5E879D4-7E6C-4B3C-A58C-493AB6BC76BC}" dt="2024-04-17T21:16:18.393" v="1441" actId="20577"/>
        <pc:sldMkLst>
          <pc:docMk/>
          <pc:sldMk cId="2021523591" sldId="259"/>
        </pc:sldMkLst>
        <pc:spChg chg="mod">
          <ac:chgData name="Josiah Gottfried" userId="b741c102-2e63-4904-8956-93354ee26f16" providerId="ADAL" clId="{D5E879D4-7E6C-4B3C-A58C-493AB6BC76BC}" dt="2024-04-17T18:48:59.138" v="596" actId="14100"/>
          <ac:spMkLst>
            <pc:docMk/>
            <pc:sldMk cId="2021523591" sldId="259"/>
            <ac:spMk id="2" creationId="{6214FBB0-0C8A-1A79-F1F3-30B729D75E68}"/>
          </ac:spMkLst>
        </pc:spChg>
        <pc:spChg chg="del">
          <ac:chgData name="Josiah Gottfried" userId="b741c102-2e63-4904-8956-93354ee26f16" providerId="ADAL" clId="{D5E879D4-7E6C-4B3C-A58C-493AB6BC76BC}" dt="2024-04-17T18:34:23.852" v="275" actId="478"/>
          <ac:spMkLst>
            <pc:docMk/>
            <pc:sldMk cId="2021523591" sldId="259"/>
            <ac:spMk id="3" creationId="{90B53FF5-1F8B-7C0E-EB21-163B179C7354}"/>
          </ac:spMkLst>
        </pc:spChg>
        <pc:spChg chg="add mod">
          <ac:chgData name="Josiah Gottfried" userId="b741c102-2e63-4904-8956-93354ee26f16" providerId="ADAL" clId="{D5E879D4-7E6C-4B3C-A58C-493AB6BC76BC}" dt="2024-04-17T18:49:17.791" v="626" actId="20577"/>
          <ac:spMkLst>
            <pc:docMk/>
            <pc:sldMk cId="2021523591" sldId="259"/>
            <ac:spMk id="10" creationId="{14A7FDA0-0416-2B40-0A90-9C6F25A562DC}"/>
          </ac:spMkLst>
        </pc:spChg>
        <pc:spChg chg="add mod">
          <ac:chgData name="Josiah Gottfried" userId="b741c102-2e63-4904-8956-93354ee26f16" providerId="ADAL" clId="{D5E879D4-7E6C-4B3C-A58C-493AB6BC76BC}" dt="2024-04-17T18:47:59.016" v="563" actId="1076"/>
          <ac:spMkLst>
            <pc:docMk/>
            <pc:sldMk cId="2021523591" sldId="259"/>
            <ac:spMk id="11" creationId="{5DC8FA2A-777A-4332-8C45-75D21C90CD9E}"/>
          </ac:spMkLst>
        </pc:spChg>
        <pc:spChg chg="add mod">
          <ac:chgData name="Josiah Gottfried" userId="b741c102-2e63-4904-8956-93354ee26f16" providerId="ADAL" clId="{D5E879D4-7E6C-4B3C-A58C-493AB6BC76BC}" dt="2024-04-17T18:48:15.115" v="583" actId="14100"/>
          <ac:spMkLst>
            <pc:docMk/>
            <pc:sldMk cId="2021523591" sldId="259"/>
            <ac:spMk id="12" creationId="{E7F5A430-8BBD-90C8-D35E-D6CDE7B23D0C}"/>
          </ac:spMkLst>
        </pc:spChg>
        <pc:spChg chg="add mod">
          <ac:chgData name="Josiah Gottfried" userId="b741c102-2e63-4904-8956-93354ee26f16" providerId="ADAL" clId="{D5E879D4-7E6C-4B3C-A58C-493AB6BC76BC}" dt="2024-04-17T18:48:28.423" v="593" actId="14100"/>
          <ac:spMkLst>
            <pc:docMk/>
            <pc:sldMk cId="2021523591" sldId="259"/>
            <ac:spMk id="13" creationId="{023DE8AA-F72A-4E34-5EE7-182A528CF0BF}"/>
          </ac:spMkLst>
        </pc:spChg>
        <pc:spChg chg="add mod">
          <ac:chgData name="Josiah Gottfried" userId="b741c102-2e63-4904-8956-93354ee26f16" providerId="ADAL" clId="{D5E879D4-7E6C-4B3C-A58C-493AB6BC76BC}" dt="2024-04-17T21:16:18.393" v="1441" actId="20577"/>
          <ac:spMkLst>
            <pc:docMk/>
            <pc:sldMk cId="2021523591" sldId="259"/>
            <ac:spMk id="14" creationId="{8298C7CE-E133-0EE5-D19C-3A8D42A271D8}"/>
          </ac:spMkLst>
        </pc:spChg>
        <pc:picChg chg="add del mod modCrop">
          <ac:chgData name="Josiah Gottfried" userId="b741c102-2e63-4904-8956-93354ee26f16" providerId="ADAL" clId="{D5E879D4-7E6C-4B3C-A58C-493AB6BC76BC}" dt="2024-04-17T18:44:30.713" v="359" actId="14100"/>
          <ac:picMkLst>
            <pc:docMk/>
            <pc:sldMk cId="2021523591" sldId="259"/>
            <ac:picMk id="5" creationId="{7B888D14-47CE-5BE6-9ADD-A99AD3E12536}"/>
          </ac:picMkLst>
        </pc:picChg>
        <pc:picChg chg="add del mod modCrop">
          <ac:chgData name="Josiah Gottfried" userId="b741c102-2e63-4904-8956-93354ee26f16" providerId="ADAL" clId="{D5E879D4-7E6C-4B3C-A58C-493AB6BC76BC}" dt="2024-04-17T18:44:41.427" v="360" actId="14100"/>
          <ac:picMkLst>
            <pc:docMk/>
            <pc:sldMk cId="2021523591" sldId="259"/>
            <ac:picMk id="7" creationId="{A1CEA8CC-868F-26F9-EBE1-DF57AB36DD76}"/>
          </ac:picMkLst>
        </pc:picChg>
        <pc:picChg chg="add mod ord modCrop">
          <ac:chgData name="Josiah Gottfried" userId="b741c102-2e63-4904-8956-93354ee26f16" providerId="ADAL" clId="{D5E879D4-7E6C-4B3C-A58C-493AB6BC76BC}" dt="2024-04-17T18:50:00.967" v="630" actId="14100"/>
          <ac:picMkLst>
            <pc:docMk/>
            <pc:sldMk cId="2021523591" sldId="259"/>
            <ac:picMk id="9" creationId="{EBD21B48-993F-9FFE-E6CA-288C2648B0D9}"/>
          </ac:picMkLst>
        </pc:picChg>
      </pc:sldChg>
      <pc:sldChg chg="modSp new mod">
        <pc:chgData name="Josiah Gottfried" userId="b741c102-2e63-4904-8956-93354ee26f16" providerId="ADAL" clId="{D5E879D4-7E6C-4B3C-A58C-493AB6BC76BC}" dt="2024-04-17T18:52:39.121" v="749" actId="20577"/>
        <pc:sldMkLst>
          <pc:docMk/>
          <pc:sldMk cId="2371940459" sldId="260"/>
        </pc:sldMkLst>
        <pc:spChg chg="mod">
          <ac:chgData name="Josiah Gottfried" userId="b741c102-2e63-4904-8956-93354ee26f16" providerId="ADAL" clId="{D5E879D4-7E6C-4B3C-A58C-493AB6BC76BC}" dt="2024-04-17T18:52:06.911" v="736" actId="20577"/>
          <ac:spMkLst>
            <pc:docMk/>
            <pc:sldMk cId="2371940459" sldId="260"/>
            <ac:spMk id="2" creationId="{E7D723A9-5F1E-2F4D-3BFE-6F842BBF4F05}"/>
          </ac:spMkLst>
        </pc:spChg>
        <pc:spChg chg="mod">
          <ac:chgData name="Josiah Gottfried" userId="b741c102-2e63-4904-8956-93354ee26f16" providerId="ADAL" clId="{D5E879D4-7E6C-4B3C-A58C-493AB6BC76BC}" dt="2024-04-17T18:52:39.121" v="749" actId="20577"/>
          <ac:spMkLst>
            <pc:docMk/>
            <pc:sldMk cId="2371940459" sldId="260"/>
            <ac:spMk id="3" creationId="{E25321D5-8CFD-BA0E-13E9-B83B045A5C4D}"/>
          </ac:spMkLst>
        </pc:spChg>
      </pc:sldChg>
      <pc:sldChg chg="modSp new mod">
        <pc:chgData name="Josiah Gottfried" userId="b741c102-2e63-4904-8956-93354ee26f16" providerId="ADAL" clId="{D5E879D4-7E6C-4B3C-A58C-493AB6BC76BC}" dt="2024-04-17T18:55:39.339" v="1245" actId="20577"/>
        <pc:sldMkLst>
          <pc:docMk/>
          <pc:sldMk cId="2423874125" sldId="261"/>
        </pc:sldMkLst>
        <pc:spChg chg="mod">
          <ac:chgData name="Josiah Gottfried" userId="b741c102-2e63-4904-8956-93354ee26f16" providerId="ADAL" clId="{D5E879D4-7E6C-4B3C-A58C-493AB6BC76BC}" dt="2024-04-17T18:53:16.754" v="773" actId="20577"/>
          <ac:spMkLst>
            <pc:docMk/>
            <pc:sldMk cId="2423874125" sldId="261"/>
            <ac:spMk id="2" creationId="{5E0F7CA9-7C8C-351E-DFA2-D5AC36BD9477}"/>
          </ac:spMkLst>
        </pc:spChg>
        <pc:spChg chg="mod">
          <ac:chgData name="Josiah Gottfried" userId="b741c102-2e63-4904-8956-93354ee26f16" providerId="ADAL" clId="{D5E879D4-7E6C-4B3C-A58C-493AB6BC76BC}" dt="2024-04-17T18:55:39.339" v="1245" actId="20577"/>
          <ac:spMkLst>
            <pc:docMk/>
            <pc:sldMk cId="2423874125" sldId="261"/>
            <ac:spMk id="3" creationId="{3C6199EA-FCB9-0D37-557B-973F728E1F6F}"/>
          </ac:spMkLst>
        </pc:spChg>
      </pc:sldChg>
      <pc:sldChg chg="addSp delSp modSp new mod setBg">
        <pc:chgData name="Josiah Gottfried" userId="b741c102-2e63-4904-8956-93354ee26f16" providerId="ADAL" clId="{D5E879D4-7E6C-4B3C-A58C-493AB6BC76BC}" dt="2024-04-17T21:48:42.606" v="1947" actId="14100"/>
        <pc:sldMkLst>
          <pc:docMk/>
          <pc:sldMk cId="3986250190" sldId="262"/>
        </pc:sldMkLst>
        <pc:spChg chg="mod">
          <ac:chgData name="Josiah Gottfried" userId="b741c102-2e63-4904-8956-93354ee26f16" providerId="ADAL" clId="{D5E879D4-7E6C-4B3C-A58C-493AB6BC76BC}" dt="2024-04-17T21:12:24.715" v="1363" actId="26606"/>
          <ac:spMkLst>
            <pc:docMk/>
            <pc:sldMk cId="3986250190" sldId="262"/>
            <ac:spMk id="2" creationId="{6070BC70-69C1-4F41-ACD7-2179585393FC}"/>
          </ac:spMkLst>
        </pc:spChg>
        <pc:spChg chg="add del">
          <ac:chgData name="Josiah Gottfried" userId="b741c102-2e63-4904-8956-93354ee26f16" providerId="ADAL" clId="{D5E879D4-7E6C-4B3C-A58C-493AB6BC76BC}" dt="2024-04-17T18:56:29.843" v="1252"/>
          <ac:spMkLst>
            <pc:docMk/>
            <pc:sldMk cId="3986250190" sldId="262"/>
            <ac:spMk id="3" creationId="{612336D8-D01D-2DD5-CEA6-0A5F4EC5F2E7}"/>
          </ac:spMkLst>
        </pc:spChg>
        <pc:spChg chg="add mod">
          <ac:chgData name="Josiah Gottfried" userId="b741c102-2e63-4904-8956-93354ee26f16" providerId="ADAL" clId="{D5E879D4-7E6C-4B3C-A58C-493AB6BC76BC}" dt="2024-04-17T21:46:09.338" v="1845" actId="1035"/>
          <ac:spMkLst>
            <pc:docMk/>
            <pc:sldMk cId="3986250190" sldId="262"/>
            <ac:spMk id="8" creationId="{598D66F2-6869-A3A8-AA0D-86DAF8FE8525}"/>
          </ac:spMkLst>
        </pc:spChg>
        <pc:spChg chg="add del mod">
          <ac:chgData name="Josiah Gottfried" userId="b741c102-2e63-4904-8956-93354ee26f16" providerId="ADAL" clId="{D5E879D4-7E6C-4B3C-A58C-493AB6BC76BC}" dt="2024-04-17T19:13:46.365" v="1351" actId="478"/>
          <ac:spMkLst>
            <pc:docMk/>
            <pc:sldMk cId="3986250190" sldId="262"/>
            <ac:spMk id="10" creationId="{0A2B12C5-AEE0-5471-2EB1-15508244BB38}"/>
          </ac:spMkLst>
        </pc:spChg>
        <pc:spChg chg="add del">
          <ac:chgData name="Josiah Gottfried" userId="b741c102-2e63-4904-8956-93354ee26f16" providerId="ADAL" clId="{D5E879D4-7E6C-4B3C-A58C-493AB6BC76BC}" dt="2024-04-17T21:12:24.715" v="1363" actId="26606"/>
          <ac:spMkLst>
            <pc:docMk/>
            <pc:sldMk cId="3986250190" sldId="262"/>
            <ac:spMk id="12" creationId="{A4AC5506-6312-4701-8D3C-40187889A947}"/>
          </ac:spMkLst>
        </pc:spChg>
        <pc:spChg chg="add del">
          <ac:chgData name="Josiah Gottfried" userId="b741c102-2e63-4904-8956-93354ee26f16" providerId="ADAL" clId="{D5E879D4-7E6C-4B3C-A58C-493AB6BC76BC}" dt="2024-04-17T21:12:24.715" v="1363" actId="26606"/>
          <ac:spMkLst>
            <pc:docMk/>
            <pc:sldMk cId="3986250190" sldId="262"/>
            <ac:spMk id="18" creationId="{2B97F24A-32CE-4C1C-A50D-3016B394DCFB}"/>
          </ac:spMkLst>
        </pc:spChg>
        <pc:spChg chg="add del">
          <ac:chgData name="Josiah Gottfried" userId="b741c102-2e63-4904-8956-93354ee26f16" providerId="ADAL" clId="{D5E879D4-7E6C-4B3C-A58C-493AB6BC76BC}" dt="2024-04-17T21:12:24.715" v="1363" actId="26606"/>
          <ac:spMkLst>
            <pc:docMk/>
            <pc:sldMk cId="3986250190" sldId="262"/>
            <ac:spMk id="20" creationId="{CD8B4F24-440B-49E9-B85D-733523DC064B}"/>
          </ac:spMkLst>
        </pc:spChg>
        <pc:picChg chg="add mod">
          <ac:chgData name="Josiah Gottfried" userId="b741c102-2e63-4904-8956-93354ee26f16" providerId="ADAL" clId="{D5E879D4-7E6C-4B3C-A58C-493AB6BC76BC}" dt="2024-04-17T18:56:27.774" v="1251"/>
          <ac:picMkLst>
            <pc:docMk/>
            <pc:sldMk cId="3986250190" sldId="262"/>
            <ac:picMk id="5" creationId="{5D2CEF48-E5D0-72D1-5F9A-3C80FB7C64FC}"/>
          </ac:picMkLst>
        </pc:picChg>
        <pc:picChg chg="add del mod">
          <ac:chgData name="Josiah Gottfried" userId="b741c102-2e63-4904-8956-93354ee26f16" providerId="ADAL" clId="{D5E879D4-7E6C-4B3C-A58C-493AB6BC76BC}" dt="2024-04-17T19:13:43.879" v="1350" actId="478"/>
          <ac:picMkLst>
            <pc:docMk/>
            <pc:sldMk cId="3986250190" sldId="262"/>
            <ac:picMk id="7" creationId="{130ED2CC-2634-D463-13A1-AEC47D866899}"/>
          </ac:picMkLst>
        </pc:picChg>
        <pc:picChg chg="add mod">
          <ac:chgData name="Josiah Gottfried" userId="b741c102-2e63-4904-8956-93354ee26f16" providerId="ADAL" clId="{D5E879D4-7E6C-4B3C-A58C-493AB6BC76BC}" dt="2024-04-17T21:48:42.606" v="1947" actId="14100"/>
          <ac:picMkLst>
            <pc:docMk/>
            <pc:sldMk cId="3986250190" sldId="262"/>
            <ac:picMk id="13" creationId="{CA4D5094-7F60-8B0A-59AA-F74F61C23D58}"/>
          </ac:picMkLst>
        </pc:picChg>
      </pc:sldChg>
      <pc:sldChg chg="addSp delSp modSp new mod setBg">
        <pc:chgData name="Josiah Gottfried" userId="b741c102-2e63-4904-8956-93354ee26f16" providerId="ADAL" clId="{D5E879D4-7E6C-4B3C-A58C-493AB6BC76BC}" dt="2024-04-17T21:57:30.099" v="2451" actId="20577"/>
        <pc:sldMkLst>
          <pc:docMk/>
          <pc:sldMk cId="961508107" sldId="263"/>
        </pc:sldMkLst>
        <pc:spChg chg="mod">
          <ac:chgData name="Josiah Gottfried" userId="b741c102-2e63-4904-8956-93354ee26f16" providerId="ADAL" clId="{D5E879D4-7E6C-4B3C-A58C-493AB6BC76BC}" dt="2024-04-17T21:20:55.851" v="1583" actId="14100"/>
          <ac:spMkLst>
            <pc:docMk/>
            <pc:sldMk cId="961508107" sldId="263"/>
            <ac:spMk id="2" creationId="{95CD946D-0681-DB63-6E8F-472E0A9B5352}"/>
          </ac:spMkLst>
        </pc:spChg>
        <pc:spChg chg="add del mod">
          <ac:chgData name="Josiah Gottfried" userId="b741c102-2e63-4904-8956-93354ee26f16" providerId="ADAL" clId="{D5E879D4-7E6C-4B3C-A58C-493AB6BC76BC}" dt="2024-04-17T21:19:50.543" v="1572" actId="931"/>
          <ac:spMkLst>
            <pc:docMk/>
            <pc:sldMk cId="961508107" sldId="263"/>
            <ac:spMk id="3" creationId="{A0B0BDB3-9E3D-44AB-811F-F1F4E976F575}"/>
          </ac:spMkLst>
        </pc:spChg>
        <pc:spChg chg="add mod">
          <ac:chgData name="Josiah Gottfried" userId="b741c102-2e63-4904-8956-93354ee26f16" providerId="ADAL" clId="{D5E879D4-7E6C-4B3C-A58C-493AB6BC76BC}" dt="2024-04-17T21:47:03.468" v="1937" actId="1076"/>
          <ac:spMkLst>
            <pc:docMk/>
            <pc:sldMk cId="961508107" sldId="263"/>
            <ac:spMk id="8" creationId="{DB56B1B5-34F8-2F0F-86DC-158742551DD6}"/>
          </ac:spMkLst>
        </pc:spChg>
        <pc:spChg chg="add mod">
          <ac:chgData name="Josiah Gottfried" userId="b741c102-2e63-4904-8956-93354ee26f16" providerId="ADAL" clId="{D5E879D4-7E6C-4B3C-A58C-493AB6BC76BC}" dt="2024-04-17T21:57:30.099" v="2451" actId="20577"/>
          <ac:spMkLst>
            <pc:docMk/>
            <pc:sldMk cId="961508107" sldId="263"/>
            <ac:spMk id="11" creationId="{2C229C8D-42CB-9453-7110-0B93602DFA59}"/>
          </ac:spMkLst>
        </pc:spChg>
        <pc:spChg chg="add">
          <ac:chgData name="Josiah Gottfried" userId="b741c102-2e63-4904-8956-93354ee26f16" providerId="ADAL" clId="{D5E879D4-7E6C-4B3C-A58C-493AB6BC76BC}" dt="2024-04-17T21:20:20.782" v="1576" actId="26606"/>
          <ac:spMkLst>
            <pc:docMk/>
            <pc:sldMk cId="961508107" sldId="263"/>
            <ac:spMk id="14" creationId="{04812C46-200A-4DEB-A05E-3ED6C68C2387}"/>
          </ac:spMkLst>
        </pc:spChg>
        <pc:picChg chg="add mod">
          <ac:chgData name="Josiah Gottfried" userId="b741c102-2e63-4904-8956-93354ee26f16" providerId="ADAL" clId="{D5E879D4-7E6C-4B3C-A58C-493AB6BC76BC}" dt="2024-04-17T21:19:43.592" v="1571" actId="931"/>
          <ac:picMkLst>
            <pc:docMk/>
            <pc:sldMk cId="961508107" sldId="263"/>
            <ac:picMk id="5" creationId="{868839B8-8B70-0952-8E10-BDF4F0805A48}"/>
          </ac:picMkLst>
        </pc:picChg>
        <pc:picChg chg="add mod">
          <ac:chgData name="Josiah Gottfried" userId="b741c102-2e63-4904-8956-93354ee26f16" providerId="ADAL" clId="{D5E879D4-7E6C-4B3C-A58C-493AB6BC76BC}" dt="2024-04-17T21:21:06.901" v="1586" actId="1076"/>
          <ac:picMkLst>
            <pc:docMk/>
            <pc:sldMk cId="961508107" sldId="263"/>
            <ac:picMk id="7" creationId="{06E7EF9B-7225-137A-5EBC-58D8B74D9694}"/>
          </ac:picMkLst>
        </pc:picChg>
      </pc:sldChg>
      <pc:sldChg chg="modSp new mod">
        <pc:chgData name="Josiah Gottfried" userId="b741c102-2e63-4904-8956-93354ee26f16" providerId="ADAL" clId="{D5E879D4-7E6C-4B3C-A58C-493AB6BC76BC}" dt="2024-04-17T21:59:51.221" v="2681" actId="20577"/>
        <pc:sldMkLst>
          <pc:docMk/>
          <pc:sldMk cId="471380644" sldId="264"/>
        </pc:sldMkLst>
        <pc:spChg chg="mod">
          <ac:chgData name="Josiah Gottfried" userId="b741c102-2e63-4904-8956-93354ee26f16" providerId="ADAL" clId="{D5E879D4-7E6C-4B3C-A58C-493AB6BC76BC}" dt="2024-04-17T21:45:06.773" v="1830" actId="20577"/>
          <ac:spMkLst>
            <pc:docMk/>
            <pc:sldMk cId="471380644" sldId="264"/>
            <ac:spMk id="2" creationId="{00162FBA-FEA6-8428-3200-0C029D2CF96B}"/>
          </ac:spMkLst>
        </pc:spChg>
        <pc:spChg chg="mod">
          <ac:chgData name="Josiah Gottfried" userId="b741c102-2e63-4904-8956-93354ee26f16" providerId="ADAL" clId="{D5E879D4-7E6C-4B3C-A58C-493AB6BC76BC}" dt="2024-04-17T21:59:51.221" v="2681" actId="20577"/>
          <ac:spMkLst>
            <pc:docMk/>
            <pc:sldMk cId="471380644" sldId="264"/>
            <ac:spMk id="3" creationId="{DF8DBCF1-9909-B88B-E771-AB3232CEDFEC}"/>
          </ac:spMkLst>
        </pc:spChg>
      </pc:sldChg>
      <pc:sldChg chg="modSp new mod">
        <pc:chgData name="Josiah Gottfried" userId="b741c102-2e63-4904-8956-93354ee26f16" providerId="ADAL" clId="{D5E879D4-7E6C-4B3C-A58C-493AB6BC76BC}" dt="2024-04-17T22:05:00.903" v="3018" actId="20577"/>
        <pc:sldMkLst>
          <pc:docMk/>
          <pc:sldMk cId="442422699" sldId="265"/>
        </pc:sldMkLst>
        <pc:spChg chg="mod">
          <ac:chgData name="Josiah Gottfried" userId="b741c102-2e63-4904-8956-93354ee26f16" providerId="ADAL" clId="{D5E879D4-7E6C-4B3C-A58C-493AB6BC76BC}" dt="2024-04-17T22:04:10.450" v="2949" actId="20577"/>
          <ac:spMkLst>
            <pc:docMk/>
            <pc:sldMk cId="442422699" sldId="265"/>
            <ac:spMk id="2" creationId="{DB42C9ED-0C91-5947-8416-5E6702E8343E}"/>
          </ac:spMkLst>
        </pc:spChg>
        <pc:spChg chg="mod">
          <ac:chgData name="Josiah Gottfried" userId="b741c102-2e63-4904-8956-93354ee26f16" providerId="ADAL" clId="{D5E879D4-7E6C-4B3C-A58C-493AB6BC76BC}" dt="2024-04-17T22:05:00.903" v="3018" actId="20577"/>
          <ac:spMkLst>
            <pc:docMk/>
            <pc:sldMk cId="442422699" sldId="265"/>
            <ac:spMk id="3" creationId="{F5EE5A3B-5BBB-B272-AE94-BDABB6D240C8}"/>
          </ac:spMkLst>
        </pc:spChg>
      </pc:sldChg>
      <pc:sldChg chg="addSp delSp modSp new mod setBg">
        <pc:chgData name="Josiah Gottfried" userId="b741c102-2e63-4904-8956-93354ee26f16" providerId="ADAL" clId="{D5E879D4-7E6C-4B3C-A58C-493AB6BC76BC}" dt="2024-04-17T22:40:39.231" v="3117" actId="1076"/>
        <pc:sldMkLst>
          <pc:docMk/>
          <pc:sldMk cId="3665870706" sldId="266"/>
        </pc:sldMkLst>
        <pc:spChg chg="mod">
          <ac:chgData name="Josiah Gottfried" userId="b741c102-2e63-4904-8956-93354ee26f16" providerId="ADAL" clId="{D5E879D4-7E6C-4B3C-A58C-493AB6BC76BC}" dt="2024-04-17T22:36:11.663" v="3101" actId="20577"/>
          <ac:spMkLst>
            <pc:docMk/>
            <pc:sldMk cId="3665870706" sldId="266"/>
            <ac:spMk id="2" creationId="{494BA5FC-CAC8-E313-A07A-579226448B3D}"/>
          </ac:spMkLst>
        </pc:spChg>
        <pc:spChg chg="del">
          <ac:chgData name="Josiah Gottfried" userId="b741c102-2e63-4904-8956-93354ee26f16" providerId="ADAL" clId="{D5E879D4-7E6C-4B3C-A58C-493AB6BC76BC}" dt="2024-04-17T22:34:22.003" v="3060" actId="931"/>
          <ac:spMkLst>
            <pc:docMk/>
            <pc:sldMk cId="3665870706" sldId="266"/>
            <ac:spMk id="3" creationId="{A82FBF39-5B3A-8AFD-A1C6-5540486AD25E}"/>
          </ac:spMkLst>
        </pc:spChg>
        <pc:spChg chg="add del mod">
          <ac:chgData name="Josiah Gottfried" userId="b741c102-2e63-4904-8956-93354ee26f16" providerId="ADAL" clId="{D5E879D4-7E6C-4B3C-A58C-493AB6BC76BC}" dt="2024-04-17T22:35:48.242" v="3065"/>
          <ac:spMkLst>
            <pc:docMk/>
            <pc:sldMk cId="3665870706" sldId="266"/>
            <ac:spMk id="7" creationId="{74C56313-ABA7-ECF2-AB2D-7CCABFB1F503}"/>
          </ac:spMkLst>
        </pc:spChg>
        <pc:spChg chg="add del">
          <ac:chgData name="Josiah Gottfried" userId="b741c102-2e63-4904-8956-93354ee26f16" providerId="ADAL" clId="{D5E879D4-7E6C-4B3C-A58C-493AB6BC76BC}" dt="2024-04-17T22:35:51.768" v="3068" actId="26606"/>
          <ac:spMkLst>
            <pc:docMk/>
            <pc:sldMk cId="3665870706" sldId="266"/>
            <ac:spMk id="10" creationId="{A4AC5506-6312-4701-8D3C-40187889A947}"/>
          </ac:spMkLst>
        </pc:spChg>
        <pc:spChg chg="add mod">
          <ac:chgData name="Josiah Gottfried" userId="b741c102-2e63-4904-8956-93354ee26f16" providerId="ADAL" clId="{D5E879D4-7E6C-4B3C-A58C-493AB6BC76BC}" dt="2024-04-17T22:38:18.528" v="3111" actId="1036"/>
          <ac:spMkLst>
            <pc:docMk/>
            <pc:sldMk cId="3665870706" sldId="266"/>
            <ac:spMk id="11" creationId="{C1D12CE3-EF22-FEF5-B15F-5CEA15DC1751}"/>
          </ac:spMkLst>
        </pc:spChg>
        <pc:spChg chg="add">
          <ac:chgData name="Josiah Gottfried" userId="b741c102-2e63-4904-8956-93354ee26f16" providerId="ADAL" clId="{D5E879D4-7E6C-4B3C-A58C-493AB6BC76BC}" dt="2024-04-17T22:35:51.768" v="3068" actId="26606"/>
          <ac:spMkLst>
            <pc:docMk/>
            <pc:sldMk cId="3665870706" sldId="266"/>
            <ac:spMk id="15" creationId="{A4AC5506-6312-4701-8D3C-40187889A947}"/>
          </ac:spMkLst>
        </pc:spChg>
        <pc:picChg chg="add del mod">
          <ac:chgData name="Josiah Gottfried" userId="b741c102-2e63-4904-8956-93354ee26f16" providerId="ADAL" clId="{D5E879D4-7E6C-4B3C-A58C-493AB6BC76BC}" dt="2024-04-17T22:35:47.711" v="3064" actId="478"/>
          <ac:picMkLst>
            <pc:docMk/>
            <pc:sldMk cId="3665870706" sldId="266"/>
            <ac:picMk id="5" creationId="{B0309AF4-C215-AB46-2330-D079A695E261}"/>
          </ac:picMkLst>
        </pc:picChg>
        <pc:picChg chg="add mod modCrop">
          <ac:chgData name="Josiah Gottfried" userId="b741c102-2e63-4904-8956-93354ee26f16" providerId="ADAL" clId="{D5E879D4-7E6C-4B3C-A58C-493AB6BC76BC}" dt="2024-04-17T22:40:39.231" v="3117" actId="1076"/>
          <ac:picMkLst>
            <pc:docMk/>
            <pc:sldMk cId="3665870706" sldId="266"/>
            <ac:picMk id="9" creationId="{AB985EF7-D772-E6C7-831E-72F59465346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B92B3-64DE-4E0E-8FCB-B036EA908350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9C52C-830D-4444-8B33-355F210F1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68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9C52C-830D-4444-8B33-355F210F1C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87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9C52C-830D-4444-8B33-355F210F1C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45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49251-54B1-D7A5-7038-B6CBD64C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ED760-162A-78E6-D6D2-6240935D7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5B411-3B84-0A68-E813-2126FF9B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83D-69DC-4B3C-BC66-C3CD65C9BDD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B85EF-754E-4E1B-171E-25A10EAB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65960-B8A7-0FA2-C462-EF741B271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C1F2E-111A-4626-9AF1-ABA713A5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85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224E9-3FCF-BCC5-3F3A-601B8561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8B815-4D3C-C119-74CD-902280A3B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25058-EDFD-D4A3-DC87-0BA45953F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83D-69DC-4B3C-BC66-C3CD65C9BDD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AB7C0-4ACD-0F64-0A1E-179D57213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55C98-C42B-D7F3-1177-41372E1D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C1F2E-111A-4626-9AF1-ABA713A5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38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46348-DB87-EEBD-0032-85B9168BE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309E9-45EC-0A17-90A2-CF0DD7F2A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8AA6E-3ED5-DEC9-AF9B-CA02E6AA6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83D-69DC-4B3C-BC66-C3CD65C9BDD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B50D2-12C3-B930-A284-53E6801DD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062EA-3B3B-419E-0883-1382B77B7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C1F2E-111A-4626-9AF1-ABA713A5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3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FE0FE-1550-D0C5-46FA-F9DDD5196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EA100-591F-04FF-095A-37A792670E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25E34-86B7-129F-A8BB-E37B4E597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2DCB9-A103-E72E-7982-74748EF1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83D-69DC-4B3C-BC66-C3CD65C9BDD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D43F2-415D-1F9E-9402-40816D549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97720B-71B8-4969-B86F-8E2FFD95F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C1F2E-111A-4626-9AF1-ABA713A5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1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E16B9-0CBD-B135-EFA0-E779EB1A4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7D225-E34B-7744-0486-5EDBB84AF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054AA-F90A-9A87-C635-22E92D0A0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D815F8-DBCA-D96A-9BD7-A482B55F5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1301E6-BD51-5660-6EF7-DAB48E9A2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B495C8-3EE0-38B8-AF3B-40F91C71D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83D-69DC-4B3C-BC66-C3CD65C9BDD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AE8B54-5702-6D35-64FC-8C480878D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AD877D-1AEF-A043-539B-29A4DA902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C1F2E-111A-4626-9AF1-ABA713A5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43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70908-6FF8-7982-96A4-1564DF4E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5E5477-16EF-6D65-C7B9-EFBC8006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83D-69DC-4B3C-BC66-C3CD65C9BDD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30237-7881-7B87-340F-30BBE3AD7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B1253-9DCE-439D-B24C-2BD08C48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C1F2E-111A-4626-9AF1-ABA713A5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61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28C223-11A4-9FBD-3EAF-12A376A6F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83D-69DC-4B3C-BC66-C3CD65C9BDD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178937-AB78-6B6D-C4DA-E10F91C06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7F165-38AF-61E4-14BF-B6154DCFC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C1F2E-111A-4626-9AF1-ABA713A5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80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48B9E-5F25-ABDC-78C2-6D294253B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06EC9-2DE4-5F1A-E45D-0D9856681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DDB79-1AFF-A698-1294-543BBF609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F7037-C506-8194-F6A4-1EE5DD04D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83D-69DC-4B3C-BC66-C3CD65C9BDD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F18BC-3186-96DF-EC8C-A579F68B2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94F20-FBD5-FC80-8DFA-7B24F4EA5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C1F2E-111A-4626-9AF1-ABA713A5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20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3125-A79D-2FB3-71F3-765AFB4C0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399C11-6229-9405-8E4C-4271BB6AC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62C8D-8DD5-FC4E-652D-00A0E6C0B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F342B-3440-56D9-14C7-BE1345EB1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83D-69DC-4B3C-BC66-C3CD65C9BDD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BC9FA-0DDC-1748-6026-3E38E5ABF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EF596-1F99-AC5D-5DE0-69DFF24CD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C1F2E-111A-4626-9AF1-ABA713A5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72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D4E5-3B14-4B4B-A060-34164981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1F1FA-909C-7B5E-AAE0-3EA3A3EB4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52282-7546-FDD3-BE76-0B19A163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83D-69DC-4B3C-BC66-C3CD65C9BDD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F7726-0728-7370-391D-6556A7256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8F265-58C9-73F0-022D-9DE2D62DB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C1F2E-111A-4626-9AF1-ABA713A5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1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5ECCEF-B1BD-96DE-489A-56BF9E5AF4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86A4F0-2BCD-B181-C164-F7F9274D3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45F68-7917-3169-6DC4-2131080CD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C83D-69DC-4B3C-BC66-C3CD65C9BDD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57AD0-831E-8754-BAD1-14AF45547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E6FFB-E1B4-7142-8A18-8A065BF4A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C1F2E-111A-4626-9AF1-ABA713A5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16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F00B0B-F467-8EE3-6043-48B0A00C8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2EB52-9815-0EC9-9262-6DE464126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40C0C-E2E5-CADE-D360-BB599A919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6C83D-69DC-4B3C-BC66-C3CD65C9BDD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E2263-04C0-B678-F5F2-A0EAF2DD6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AF81A-7874-7D3E-BACE-5E21FF777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C1F2E-111A-4626-9AF1-ABA713A5B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84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hmertimeskh.com/52437/china-to-speed-up-construction-of-new-silk-road-xi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mmons.wikimedia.org/wiki/Main_Page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mstransfers.sipri.org/ArmsTransfer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mstransfers.sipri.org/ArmsTransfer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arge ship in the ocean&#10;&#10;Description automatically generated">
            <a:extLst>
              <a:ext uri="{FF2B5EF4-FFF2-40B4-BE49-F238E27FC236}">
                <a16:creationId xmlns:a16="http://schemas.microsoft.com/office/drawing/2014/main" id="{77FAE700-FD64-D4E3-5919-947D74D04A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13"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FD74A-2C9E-1B38-5CB2-449B94681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5452529" cy="3569242"/>
          </a:xfrm>
        </p:spPr>
        <p:txBody>
          <a:bodyPr anchor="t">
            <a:normAutofit/>
          </a:bodyPr>
          <a:lstStyle/>
          <a:p>
            <a:pPr algn="l"/>
            <a:r>
              <a:rPr lang="en-US" sz="5200" dirty="0">
                <a:solidFill>
                  <a:srgbClr val="FFFFFF"/>
                </a:solidFill>
              </a:rPr>
              <a:t>The Indian Navy:</a:t>
            </a:r>
            <a:br>
              <a:rPr lang="en-US" sz="5200" dirty="0">
                <a:solidFill>
                  <a:srgbClr val="FFFFFF"/>
                </a:solidFill>
              </a:rPr>
            </a:br>
            <a:r>
              <a:rPr lang="en-US" sz="5200" dirty="0">
                <a:solidFill>
                  <a:srgbClr val="FFFFFF"/>
                </a:solidFill>
              </a:rPr>
              <a:t>Multi-Alignment or Shifting Alignments?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27AC21-697C-1054-B4C6-7D021F02D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4551037"/>
            <a:ext cx="5449479" cy="1578054"/>
          </a:xfrm>
        </p:spPr>
        <p:txBody>
          <a:bodyPr anchor="b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Josiah Gottfried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1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map of the world&#10;&#10;Description automatically generated">
            <a:extLst>
              <a:ext uri="{FF2B5EF4-FFF2-40B4-BE49-F238E27FC236}">
                <a16:creationId xmlns:a16="http://schemas.microsoft.com/office/drawing/2014/main" id="{4D92FB44-378A-4948-D9CF-E86E7A224B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8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map of the indian ocean&#10;&#10;Description automatically generated">
            <a:extLst>
              <a:ext uri="{FF2B5EF4-FFF2-40B4-BE49-F238E27FC236}">
                <a16:creationId xmlns:a16="http://schemas.microsoft.com/office/drawing/2014/main" id="{53766ABE-F0E6-A5B4-8EED-F687C26182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82C58-6BDF-BFE5-FF75-56CCA870E68C}"/>
              </a:ext>
            </a:extLst>
          </p:cNvPr>
          <p:cNvSpPr txBox="1"/>
          <p:nvPr/>
        </p:nvSpPr>
        <p:spPr>
          <a:xfrm>
            <a:off x="0" y="6596390"/>
            <a:ext cx="1898073" cy="260328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Image source: </a:t>
            </a:r>
            <a:r>
              <a:rPr lang="en-US" sz="1100" dirty="0">
                <a:hlinkClick r:id="rId4"/>
              </a:rPr>
              <a:t>Khmer Times</a:t>
            </a:r>
            <a:endParaRPr lang="en-US" sz="1100" dirty="0"/>
          </a:p>
        </p:txBody>
      </p:sp>
      <p:pic>
        <p:nvPicPr>
          <p:cNvPr id="8" name="Picture 7" descr="A map of the indian ocean&#10;&#10;Description automatically generated">
            <a:extLst>
              <a:ext uri="{FF2B5EF4-FFF2-40B4-BE49-F238E27FC236}">
                <a16:creationId xmlns:a16="http://schemas.microsoft.com/office/drawing/2014/main" id="{039C28D8-3757-8F15-A8E5-6B7591214C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13" t="74570" r="32273" b="10311"/>
          <a:stretch/>
        </p:blipFill>
        <p:spPr>
          <a:xfrm>
            <a:off x="3754581" y="4862945"/>
            <a:ext cx="5199243" cy="1304017"/>
          </a:xfrm>
          <a:prstGeom prst="rect">
            <a:avLst/>
          </a:prstGeom>
        </p:spPr>
      </p:pic>
      <p:pic>
        <p:nvPicPr>
          <p:cNvPr id="9" name="Picture 8" descr="A map of the indian ocean&#10;&#10;Description automatically generated">
            <a:extLst>
              <a:ext uri="{FF2B5EF4-FFF2-40B4-BE49-F238E27FC236}">
                <a16:creationId xmlns:a16="http://schemas.microsoft.com/office/drawing/2014/main" id="{E404DB83-0323-D788-44D0-2A256921B8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79" t="90713" r="15057" b="4237"/>
          <a:stretch/>
        </p:blipFill>
        <p:spPr>
          <a:xfrm>
            <a:off x="4773781" y="5032535"/>
            <a:ext cx="3996146" cy="9716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22470C-E44C-2226-6BF2-712781CD7475}"/>
              </a:ext>
            </a:extLst>
          </p:cNvPr>
          <p:cNvSpPr txBox="1"/>
          <p:nvPr/>
        </p:nvSpPr>
        <p:spPr>
          <a:xfrm>
            <a:off x="4728500" y="4991733"/>
            <a:ext cx="4041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“String of Pearls” route</a:t>
            </a:r>
          </a:p>
        </p:txBody>
      </p:sp>
      <p:pic>
        <p:nvPicPr>
          <p:cNvPr id="14" name="Picture 13" descr="A map of the indian ocean&#10;&#10;Description automatically generated">
            <a:extLst>
              <a:ext uri="{FF2B5EF4-FFF2-40B4-BE49-F238E27FC236}">
                <a16:creationId xmlns:a16="http://schemas.microsoft.com/office/drawing/2014/main" id="{1DDC3668-29D4-C009-C9F0-5262C9B21C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79" t="90713" r="15057" b="4237"/>
          <a:stretch/>
        </p:blipFill>
        <p:spPr>
          <a:xfrm>
            <a:off x="3986799" y="5401282"/>
            <a:ext cx="997169" cy="2947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C416CA-09E1-CA78-AFC4-FBD228225354}"/>
              </a:ext>
            </a:extLst>
          </p:cNvPr>
          <p:cNvSpPr txBox="1"/>
          <p:nvPr/>
        </p:nvSpPr>
        <p:spPr>
          <a:xfrm>
            <a:off x="4772257" y="5522512"/>
            <a:ext cx="3097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Oil shipping lanes</a:t>
            </a:r>
          </a:p>
        </p:txBody>
      </p:sp>
    </p:spTree>
    <p:extLst>
      <p:ext uri="{BB962C8B-B14F-4D97-AF65-F5344CB8AC3E}">
        <p14:creationId xmlns:p14="http://schemas.microsoft.com/office/powerpoint/2010/main" val="1052901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4FBB0-0C8A-1A79-F1F3-30B729D75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00" y="365125"/>
            <a:ext cx="4188655" cy="1325563"/>
          </a:xfrm>
        </p:spPr>
        <p:txBody>
          <a:bodyPr/>
          <a:lstStyle/>
          <a:p>
            <a:r>
              <a:rPr lang="en-US" dirty="0"/>
              <a:t>Multi-Alignment</a:t>
            </a:r>
          </a:p>
        </p:txBody>
      </p:sp>
      <p:pic>
        <p:nvPicPr>
          <p:cNvPr id="5" name="Picture 4" descr="A map of the world&#10;&#10;Description automatically generated">
            <a:extLst>
              <a:ext uri="{FF2B5EF4-FFF2-40B4-BE49-F238E27FC236}">
                <a16:creationId xmlns:a16="http://schemas.microsoft.com/office/drawing/2014/main" id="{7B888D14-47CE-5BE6-9ADD-A99AD3E125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34" t="4373" r="16137" b="18775"/>
          <a:stretch/>
        </p:blipFill>
        <p:spPr>
          <a:xfrm>
            <a:off x="550856" y="2399864"/>
            <a:ext cx="6175037" cy="409301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 descr="A map of the world&#10;&#10;Description automatically generated">
            <a:extLst>
              <a:ext uri="{FF2B5EF4-FFF2-40B4-BE49-F238E27FC236}">
                <a16:creationId xmlns:a16="http://schemas.microsoft.com/office/drawing/2014/main" id="{A1CEA8CC-868F-26F9-EBE1-DF57AB36DD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56" t="295" r="11799" b="22759"/>
          <a:stretch/>
        </p:blipFill>
        <p:spPr>
          <a:xfrm>
            <a:off x="6725893" y="3548944"/>
            <a:ext cx="4863434" cy="294421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Picture 8" descr="A map of the world&#10;&#10;Description automatically generated">
            <a:extLst>
              <a:ext uri="{FF2B5EF4-FFF2-40B4-BE49-F238E27FC236}">
                <a16:creationId xmlns:a16="http://schemas.microsoft.com/office/drawing/2014/main" id="{EBD21B48-993F-9FFE-E6CA-288C2648B0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1"/>
          <a:stretch/>
        </p:blipFill>
        <p:spPr>
          <a:xfrm>
            <a:off x="6725265" y="402531"/>
            <a:ext cx="4863434" cy="321350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A7FDA0-0416-2B40-0A90-9C6F25A562DC}"/>
              </a:ext>
            </a:extLst>
          </p:cNvPr>
          <p:cNvSpPr txBox="1"/>
          <p:nvPr/>
        </p:nvSpPr>
        <p:spPr>
          <a:xfrm>
            <a:off x="550228" y="1445111"/>
            <a:ext cx="57674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few international groupings that India participates 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C8FA2A-777A-4332-8C45-75D21C90CD9E}"/>
              </a:ext>
            </a:extLst>
          </p:cNvPr>
          <p:cNvSpPr txBox="1"/>
          <p:nvPr/>
        </p:nvSpPr>
        <p:spPr>
          <a:xfrm>
            <a:off x="550856" y="2399583"/>
            <a:ext cx="1447800" cy="707886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Quad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F5A430-8BBD-90C8-D35E-D6CDE7B23D0C}"/>
              </a:ext>
            </a:extLst>
          </p:cNvPr>
          <p:cNvSpPr txBox="1"/>
          <p:nvPr/>
        </p:nvSpPr>
        <p:spPr>
          <a:xfrm>
            <a:off x="6724637" y="402531"/>
            <a:ext cx="1248654" cy="707886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SCO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3DE8AA-F72A-4E34-5EE7-182A528CF0BF}"/>
              </a:ext>
            </a:extLst>
          </p:cNvPr>
          <p:cNvSpPr txBox="1"/>
          <p:nvPr/>
        </p:nvSpPr>
        <p:spPr>
          <a:xfrm>
            <a:off x="6724636" y="3631943"/>
            <a:ext cx="1608873" cy="707886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BRICS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98C7CE-E133-0EE5-D19C-3A8D42A271D8}"/>
              </a:ext>
            </a:extLst>
          </p:cNvPr>
          <p:cNvSpPr txBox="1"/>
          <p:nvPr/>
        </p:nvSpPr>
        <p:spPr>
          <a:xfrm>
            <a:off x="0" y="6596390"/>
            <a:ext cx="5854488" cy="26161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Image source: </a:t>
            </a:r>
            <a:r>
              <a:rPr lang="en-US" sz="1100" dirty="0">
                <a:hlinkClick r:id="rId5"/>
              </a:rPr>
              <a:t>Wikimedia Commons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21523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723A9-5F1E-2F4D-3BFE-6F842BBF4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321D5-8CFD-BA0E-13E9-B83B045A5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naval cooperation between India and members of the Quad increasing?</a:t>
            </a:r>
          </a:p>
          <a:p>
            <a:r>
              <a:rPr lang="en-US" dirty="0"/>
              <a:t>Is naval cooperation between India and Russia decreasing?</a:t>
            </a:r>
          </a:p>
          <a:p>
            <a:r>
              <a:rPr lang="en-US" dirty="0"/>
              <a:t>Is there a negative correlation between Indian naval cooperation with the Quad and Indian naval cooperation with Russia?</a:t>
            </a:r>
          </a:p>
        </p:txBody>
      </p:sp>
    </p:spTree>
    <p:extLst>
      <p:ext uri="{BB962C8B-B14F-4D97-AF65-F5344CB8AC3E}">
        <p14:creationId xmlns:p14="http://schemas.microsoft.com/office/powerpoint/2010/main" val="2371940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F7CA9-7C8C-351E-DFA2-D5AC36BD9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199EA-FCB9-0D37-557B-973F728E1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Naval arms purchases</a:t>
            </a:r>
          </a:p>
          <a:p>
            <a:pPr lvl="1"/>
            <a:r>
              <a:rPr lang="en-US" dirty="0"/>
              <a:t>Data from Stockholm International Peace Research Institute</a:t>
            </a:r>
          </a:p>
          <a:p>
            <a:pPr lvl="1"/>
            <a:r>
              <a:rPr lang="en-US" dirty="0"/>
              <a:t>Manually filtered for naval equipment</a:t>
            </a:r>
          </a:p>
          <a:p>
            <a:r>
              <a:rPr lang="en-US" dirty="0"/>
              <a:t>International joint naval exercises</a:t>
            </a:r>
          </a:p>
          <a:p>
            <a:pPr lvl="1"/>
            <a:r>
              <a:rPr lang="en-US" dirty="0"/>
              <a:t>Data collected from press releases, news articles, official social media</a:t>
            </a:r>
          </a:p>
          <a:p>
            <a:pPr lvl="1"/>
            <a:r>
              <a:rPr lang="en-US" dirty="0"/>
              <a:t>Institutionalized exercises, occasional exercises, passage exercises</a:t>
            </a:r>
          </a:p>
        </p:txBody>
      </p:sp>
    </p:spTree>
    <p:extLst>
      <p:ext uri="{BB962C8B-B14F-4D97-AF65-F5344CB8AC3E}">
        <p14:creationId xmlns:p14="http://schemas.microsoft.com/office/powerpoint/2010/main" val="2423874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0BC70-69C1-4F41-ACD7-21795853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Indian Navy’s Diversifying Suppliers (1964-2023)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8D66F2-6869-A3A8-AA0D-86DAF8FE8525}"/>
              </a:ext>
            </a:extLst>
          </p:cNvPr>
          <p:cNvSpPr txBox="1"/>
          <p:nvPr/>
        </p:nvSpPr>
        <p:spPr>
          <a:xfrm>
            <a:off x="169718" y="6528041"/>
            <a:ext cx="6861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Source: SIPRI. Arms Transfers Database, 11 March 2024. </a:t>
            </a:r>
            <a:r>
              <a:rPr lang="en-US" sz="1000" dirty="0">
                <a:hlinkClick r:id="rId3"/>
              </a:rPr>
              <a:t>https://armstransfers.sipri.org/ArmsTransfer/</a:t>
            </a:r>
            <a:r>
              <a:rPr lang="en-US" sz="1000" dirty="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4D5094-7F60-8B0A-59AA-F74F61C23D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718" y="1537488"/>
            <a:ext cx="11852564" cy="499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25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BA5FC-CAC8-E313-A07A-579226448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Naval Imports Have Not Declined Yet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B985EF7-D772-E6C7-831E-72F5946534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2" b="6"/>
          <a:stretch/>
        </p:blipFill>
        <p:spPr>
          <a:xfrm>
            <a:off x="173735" y="1536192"/>
            <a:ext cx="11862790" cy="49252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D12CE3-EF22-FEF5-B15F-5CEA15DC1751}"/>
              </a:ext>
            </a:extLst>
          </p:cNvPr>
          <p:cNvSpPr txBox="1"/>
          <p:nvPr/>
        </p:nvSpPr>
        <p:spPr>
          <a:xfrm>
            <a:off x="173735" y="6525491"/>
            <a:ext cx="6861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Source: SIPRI. Arms Transfers Database, 11 March 2024. </a:t>
            </a:r>
            <a:r>
              <a:rPr lang="en-US" sz="1000" dirty="0">
                <a:hlinkClick r:id="rId3"/>
              </a:rPr>
              <a:t>https://armstransfers.sipri.org/ArmsTransfer/</a:t>
            </a:r>
            <a:r>
              <a:rPr 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5870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CD946D-0681-DB63-6E8F-472E0A9B5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677" y="365125"/>
            <a:ext cx="5111263" cy="1388039"/>
          </a:xfrm>
        </p:spPr>
        <p:txBody>
          <a:bodyPr>
            <a:normAutofit/>
          </a:bodyPr>
          <a:lstStyle/>
          <a:p>
            <a:r>
              <a:rPr lang="en-US" sz="3400" dirty="0"/>
              <a:t>Exercises with Quad Up; Exercises with Russia Down</a:t>
            </a:r>
          </a:p>
        </p:txBody>
      </p:sp>
      <p:pic>
        <p:nvPicPr>
          <p:cNvPr id="7" name="Content Placeholder 6" descr="A graph of exercise and exercise&#10;&#10;Description automatically generated">
            <a:extLst>
              <a:ext uri="{FF2B5EF4-FFF2-40B4-BE49-F238E27FC236}">
                <a16:creationId xmlns:a16="http://schemas.microsoft.com/office/drawing/2014/main" id="{06E7EF9B-7225-137A-5EBC-58D8B74D96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" r="2" b="2"/>
          <a:stretch/>
        </p:blipFill>
        <p:spPr>
          <a:xfrm>
            <a:off x="240196" y="237356"/>
            <a:ext cx="6456262" cy="6383288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C229C8D-42CB-9453-7110-0B93602DF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4678" y="1753164"/>
            <a:ext cx="5111262" cy="4423799"/>
          </a:xfrm>
        </p:spPr>
        <p:txBody>
          <a:bodyPr>
            <a:normAutofit/>
          </a:bodyPr>
          <a:lstStyle/>
          <a:p>
            <a:r>
              <a:rPr lang="en-US" sz="2400" dirty="0"/>
              <a:t>Exercise Malabar includes all four Quad partners since 2020</a:t>
            </a:r>
          </a:p>
          <a:p>
            <a:r>
              <a:rPr lang="en-US" sz="2400" dirty="0"/>
              <a:t>Regular bilateral exercises with each Quad partner</a:t>
            </a:r>
          </a:p>
          <a:p>
            <a:r>
              <a:rPr lang="en-US" sz="2400" dirty="0"/>
              <a:t>Increasing participation in “Quad+” exercises</a:t>
            </a:r>
          </a:p>
          <a:p>
            <a:r>
              <a:rPr lang="en-US" sz="2400" dirty="0"/>
              <a:t>Annual exercise INDRA with Russia not held since 2021</a:t>
            </a:r>
          </a:p>
          <a:p>
            <a:r>
              <a:rPr lang="en-US" sz="2400" dirty="0"/>
              <a:t>Indian Navy declined to participate in exercise Vostok 2022 with Russia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56B1B5-34F8-2F0F-86DC-158742551DD6}"/>
              </a:ext>
            </a:extLst>
          </p:cNvPr>
          <p:cNvSpPr txBox="1"/>
          <p:nvPr/>
        </p:nvSpPr>
        <p:spPr>
          <a:xfrm>
            <a:off x="240196" y="6493101"/>
            <a:ext cx="5011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Source: Author’s count based on press releases, news articles, and official social media</a:t>
            </a:r>
          </a:p>
        </p:txBody>
      </p:sp>
    </p:spTree>
    <p:extLst>
      <p:ext uri="{BB962C8B-B14F-4D97-AF65-F5344CB8AC3E}">
        <p14:creationId xmlns:p14="http://schemas.microsoft.com/office/powerpoint/2010/main" val="961508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2FBA-FEA6-8428-3200-0C029D2C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DBCF1-9909-B88B-E771-AB3232CED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Cooperation with Russia down since Ukraine War</a:t>
            </a:r>
          </a:p>
          <a:p>
            <a:r>
              <a:rPr lang="en-US" dirty="0"/>
              <a:t>Cooperation with Quad partners increasing in quantity and dimensionality</a:t>
            </a:r>
          </a:p>
          <a:p>
            <a:r>
              <a:rPr lang="en-US" dirty="0"/>
              <a:t>Inverse correlation since Ukraine War</a:t>
            </a:r>
          </a:p>
          <a:p>
            <a:r>
              <a:rPr lang="en-US" dirty="0"/>
              <a:t>Factors inhibiting cooperation with Russia:</a:t>
            </a:r>
          </a:p>
          <a:p>
            <a:pPr lvl="1"/>
            <a:r>
              <a:rPr lang="en-US" dirty="0"/>
              <a:t>Russia tied up with war</a:t>
            </a:r>
          </a:p>
          <a:p>
            <a:pPr lvl="1"/>
            <a:r>
              <a:rPr lang="en-US" dirty="0"/>
              <a:t>Growing Russia-China alignment</a:t>
            </a:r>
          </a:p>
        </p:txBody>
      </p:sp>
    </p:spTree>
    <p:extLst>
      <p:ext uri="{BB962C8B-B14F-4D97-AF65-F5344CB8AC3E}">
        <p14:creationId xmlns:p14="http://schemas.microsoft.com/office/powerpoint/2010/main" val="471380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2C9ED-0C91-5947-8416-5E6702E83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for India and the U.S.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E5A3B-5BBB-B272-AE94-BDABB6D24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Cooperate on indigenization</a:t>
            </a:r>
          </a:p>
          <a:p>
            <a:pPr lvl="1"/>
            <a:r>
              <a:rPr lang="en-US" dirty="0"/>
              <a:t>U.S. should fast track export controls</a:t>
            </a:r>
          </a:p>
          <a:p>
            <a:pPr lvl="1"/>
            <a:r>
              <a:rPr lang="en-US" dirty="0"/>
              <a:t>India should reduce restrictions on foreign defense investment</a:t>
            </a:r>
          </a:p>
          <a:p>
            <a:r>
              <a:rPr lang="en-US" dirty="0"/>
              <a:t>Establish a new bilateral exercise</a:t>
            </a:r>
          </a:p>
          <a:p>
            <a:pPr lvl="1"/>
            <a:r>
              <a:rPr lang="en-US" dirty="0"/>
              <a:t>Multilateralization of Malabar reduces scope for bilateral cooperation</a:t>
            </a:r>
          </a:p>
          <a:p>
            <a:pPr lvl="1"/>
            <a:r>
              <a:rPr lang="en-US" dirty="0"/>
              <a:t>Full-scope exercise would signal Quad strength and enable deeper cooperation</a:t>
            </a:r>
          </a:p>
          <a:p>
            <a:r>
              <a:rPr lang="en-US" dirty="0"/>
              <a:t>Continue to respect differing maritime alignments</a:t>
            </a:r>
          </a:p>
        </p:txBody>
      </p:sp>
    </p:spTree>
    <p:extLst>
      <p:ext uri="{BB962C8B-B14F-4D97-AF65-F5344CB8AC3E}">
        <p14:creationId xmlns:p14="http://schemas.microsoft.com/office/powerpoint/2010/main" val="442422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348</Words>
  <Application>Microsoft Office PowerPoint</Application>
  <PresentationFormat>Widescreen</PresentationFormat>
  <Paragraphs>50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The Indian Navy: Multi-Alignment or Shifting Alignments?</vt:lpstr>
      <vt:lpstr>PowerPoint Presentation</vt:lpstr>
      <vt:lpstr>PowerPoint Presentation</vt:lpstr>
      <vt:lpstr>Multi-Alignment</vt:lpstr>
      <vt:lpstr>Research Questions</vt:lpstr>
      <vt:lpstr>Data Sources</vt:lpstr>
      <vt:lpstr>The Indian Navy’s Diversifying Suppliers (1964-2023)</vt:lpstr>
      <vt:lpstr>Naval Imports Have Not Declined Yet</vt:lpstr>
      <vt:lpstr>Exercises with Quad Up; Exercises with Russia Down</vt:lpstr>
      <vt:lpstr>Discussion</vt:lpstr>
      <vt:lpstr>Recommendations for India and the U.S.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Indian Navy: Multi-Alignment or Shifting Alignments?</dc:title>
  <dc:creator>Josiah Gottfried</dc:creator>
  <cp:lastModifiedBy>Josiah Gottfried</cp:lastModifiedBy>
  <cp:revision>1</cp:revision>
  <dcterms:created xsi:type="dcterms:W3CDTF">2024-04-17T17:35:59Z</dcterms:created>
  <dcterms:modified xsi:type="dcterms:W3CDTF">2024-04-17T22:40:44Z</dcterms:modified>
</cp:coreProperties>
</file>